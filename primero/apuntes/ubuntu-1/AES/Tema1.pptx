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5"/>
  </p:notesMasterIdLst>
  <p:sldIdLst>
    <p:sldId id="256" r:id="rId5"/>
    <p:sldId id="257" r:id="rId6"/>
    <p:sldId id="259" r:id="rId7"/>
    <p:sldId id="258" r:id="rId8"/>
    <p:sldId id="260" r:id="rId9"/>
    <p:sldId id="261" r:id="rId10"/>
    <p:sldId id="262" r:id="rId11"/>
    <p:sldId id="263" r:id="rId12"/>
    <p:sldId id="264" r:id="rId13"/>
    <p:sldId id="265" r:id="rId14"/>
    <p:sldId id="266" r:id="rId15"/>
    <p:sldId id="267" r:id="rId16"/>
    <p:sldId id="268" r:id="rId17"/>
    <p:sldId id="269" r:id="rId18"/>
    <p:sldId id="272" r:id="rId19"/>
    <p:sldId id="271" r:id="rId20"/>
    <p:sldId id="270" r:id="rId21"/>
    <p:sldId id="273" r:id="rId22"/>
    <p:sldId id="274" r:id="rId23"/>
    <p:sldId id="277" r:id="rId24"/>
    <p:sldId id="275" r:id="rId25"/>
    <p:sldId id="278" r:id="rId26"/>
    <p:sldId id="276" r:id="rId27"/>
    <p:sldId id="279" r:id="rId28"/>
    <p:sldId id="280" r:id="rId29"/>
    <p:sldId id="281" r:id="rId30"/>
    <p:sldId id="282" r:id="rId31"/>
    <p:sldId id="283" r:id="rId32"/>
    <p:sldId id="284" r:id="rId33"/>
    <p:sldId id="289" r:id="rId34"/>
    <p:sldId id="290" r:id="rId35"/>
    <p:sldId id="285" r:id="rId36"/>
    <p:sldId id="293" r:id="rId37"/>
    <p:sldId id="287" r:id="rId38"/>
    <p:sldId id="294" r:id="rId39"/>
    <p:sldId id="286" r:id="rId40"/>
    <p:sldId id="295" r:id="rId41"/>
    <p:sldId id="296" r:id="rId42"/>
    <p:sldId id="298" r:id="rId43"/>
    <p:sldId id="297" r:id="rId44"/>
    <p:sldId id="300" r:id="rId45"/>
    <p:sldId id="299" r:id="rId46"/>
    <p:sldId id="301" r:id="rId47"/>
    <p:sldId id="302" r:id="rId48"/>
    <p:sldId id="303" r:id="rId49"/>
    <p:sldId id="304" r:id="rId50"/>
    <p:sldId id="305" r:id="rId51"/>
    <p:sldId id="306" r:id="rId52"/>
    <p:sldId id="288" r:id="rId53"/>
    <p:sldId id="307" r:id="rId5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62"/>
    <a:srgbClr val="0094AF"/>
    <a:srgbClr val="FFAD42"/>
    <a:srgbClr val="FF7628"/>
    <a:srgbClr val="0060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A341FD-CC60-BBC1-8BB8-A87B981F168E}" v="26" dt="2023-01-31T14:09:48.140"/>
    <p1510:client id="{2AD7B860-36EB-4D0C-AB5B-6E9B0695C051}" v="40" dt="2023-02-01T09:06:51.923"/>
    <p1510:client id="{2DD0408E-3D44-93CB-D415-8794399D70AC}" v="2" dt="2023-02-01T14:28:28.87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35" autoAdjust="0"/>
    <p:restoredTop sz="78664" autoAdjust="0"/>
  </p:normalViewPr>
  <p:slideViewPr>
    <p:cSldViewPr snapToGrid="0">
      <p:cViewPr varScale="1">
        <p:scale>
          <a:sx n="50" d="100"/>
          <a:sy n="50" d="100"/>
        </p:scale>
        <p:origin x="1312" y="32"/>
      </p:cViewPr>
      <p:guideLst/>
    </p:cSldViewPr>
  </p:slideViewPr>
  <p:notesTextViewPr>
    <p:cViewPr>
      <p:scale>
        <a:sx n="1" d="1"/>
        <a:sy n="1" d="1"/>
      </p:scale>
      <p:origin x="0" y="-28"/>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61"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ALEJANDRO D ANTONIO MACEIRAS" userId="S::sergio.dantonio@upm.es::37b38641-b999-4aca-8435-552cd1cad571" providerId="AD" clId="Web-{2AD7B860-36EB-4D0C-AB5B-6E9B0695C051}"/>
    <pc:docChg chg="modSld">
      <pc:chgData name="SERGIO ALEJANDRO D ANTONIO MACEIRAS" userId="S::sergio.dantonio@upm.es::37b38641-b999-4aca-8435-552cd1cad571" providerId="AD" clId="Web-{2AD7B860-36EB-4D0C-AB5B-6E9B0695C051}" dt="2023-02-01T09:06:51.923" v="38" actId="20577"/>
      <pc:docMkLst>
        <pc:docMk/>
      </pc:docMkLst>
      <pc:sldChg chg="addSp modSp">
        <pc:chgData name="SERGIO ALEJANDRO D ANTONIO MACEIRAS" userId="S::sergio.dantonio@upm.es::37b38641-b999-4aca-8435-552cd1cad571" providerId="AD" clId="Web-{2AD7B860-36EB-4D0C-AB5B-6E9B0695C051}" dt="2023-02-01T08:44:35.367" v="22" actId="1076"/>
        <pc:sldMkLst>
          <pc:docMk/>
          <pc:sldMk cId="1495802475" sldId="257"/>
        </pc:sldMkLst>
        <pc:picChg chg="add mod">
          <ac:chgData name="SERGIO ALEJANDRO D ANTONIO MACEIRAS" userId="S::sergio.dantonio@upm.es::37b38641-b999-4aca-8435-552cd1cad571" providerId="AD" clId="Web-{2AD7B860-36EB-4D0C-AB5B-6E9B0695C051}" dt="2023-02-01T08:44:35.367" v="22" actId="1076"/>
          <ac:picMkLst>
            <pc:docMk/>
            <pc:sldMk cId="1495802475" sldId="257"/>
            <ac:picMk id="3" creationId="{24FAED14-A4B3-14B5-4A99-0626D6777DE4}"/>
          </ac:picMkLst>
        </pc:picChg>
        <pc:picChg chg="mod">
          <ac:chgData name="SERGIO ALEJANDRO D ANTONIO MACEIRAS" userId="S::sergio.dantonio@upm.es::37b38641-b999-4aca-8435-552cd1cad571" providerId="AD" clId="Web-{2AD7B860-36EB-4D0C-AB5B-6E9B0695C051}" dt="2023-02-01T08:44:24.883" v="19" actId="14100"/>
          <ac:picMkLst>
            <pc:docMk/>
            <pc:sldMk cId="1495802475" sldId="257"/>
            <ac:picMk id="7" creationId="{44514023-13AF-41B5-B345-2DBBB818BB60}"/>
          </ac:picMkLst>
        </pc:picChg>
        <pc:picChg chg="mod">
          <ac:chgData name="SERGIO ALEJANDRO D ANTONIO MACEIRAS" userId="S::sergio.dantonio@upm.es::37b38641-b999-4aca-8435-552cd1cad571" providerId="AD" clId="Web-{2AD7B860-36EB-4D0C-AB5B-6E9B0695C051}" dt="2023-02-01T08:44:00.210" v="15" actId="1076"/>
          <ac:picMkLst>
            <pc:docMk/>
            <pc:sldMk cId="1495802475" sldId="257"/>
            <ac:picMk id="11" creationId="{2B94D54B-24FA-4677-A89E-576B6864399D}"/>
          </ac:picMkLst>
        </pc:picChg>
      </pc:sldChg>
      <pc:sldChg chg="modSp">
        <pc:chgData name="SERGIO ALEJANDRO D ANTONIO MACEIRAS" userId="S::sergio.dantonio@upm.es::37b38641-b999-4aca-8435-552cd1cad571" providerId="AD" clId="Web-{2AD7B860-36EB-4D0C-AB5B-6E9B0695C051}" dt="2023-02-01T08:41:28.439" v="10" actId="20577"/>
        <pc:sldMkLst>
          <pc:docMk/>
          <pc:sldMk cId="3025993222" sldId="258"/>
        </pc:sldMkLst>
        <pc:spChg chg="mod">
          <ac:chgData name="SERGIO ALEJANDRO D ANTONIO MACEIRAS" userId="S::sergio.dantonio@upm.es::37b38641-b999-4aca-8435-552cd1cad571" providerId="AD" clId="Web-{2AD7B860-36EB-4D0C-AB5B-6E9B0695C051}" dt="2023-02-01T08:41:28.439" v="10" actId="20577"/>
          <ac:spMkLst>
            <pc:docMk/>
            <pc:sldMk cId="3025993222" sldId="258"/>
            <ac:spMk id="3" creationId="{59C44A00-D4F3-49E3-8B00-C3C0EB06074C}"/>
          </ac:spMkLst>
        </pc:spChg>
      </pc:sldChg>
      <pc:sldChg chg="addSp modSp">
        <pc:chgData name="SERGIO ALEJANDRO D ANTONIO MACEIRAS" userId="S::sergio.dantonio@upm.es::37b38641-b999-4aca-8435-552cd1cad571" providerId="AD" clId="Web-{2AD7B860-36EB-4D0C-AB5B-6E9B0695C051}" dt="2023-02-01T08:47:26.593" v="34" actId="1076"/>
        <pc:sldMkLst>
          <pc:docMk/>
          <pc:sldMk cId="931554552" sldId="259"/>
        </pc:sldMkLst>
        <pc:picChg chg="add mod">
          <ac:chgData name="SERGIO ALEJANDRO D ANTONIO MACEIRAS" userId="S::sergio.dantonio@upm.es::37b38641-b999-4aca-8435-552cd1cad571" providerId="AD" clId="Web-{2AD7B860-36EB-4D0C-AB5B-6E9B0695C051}" dt="2023-02-01T08:47:26.593" v="34" actId="1076"/>
          <ac:picMkLst>
            <pc:docMk/>
            <pc:sldMk cId="931554552" sldId="259"/>
            <ac:picMk id="3" creationId="{14B38382-595C-292A-95F8-68EBADAC60C0}"/>
          </ac:picMkLst>
        </pc:picChg>
        <pc:picChg chg="mod">
          <ac:chgData name="SERGIO ALEJANDRO D ANTONIO MACEIRAS" userId="S::sergio.dantonio@upm.es::37b38641-b999-4aca-8435-552cd1cad571" providerId="AD" clId="Web-{2AD7B860-36EB-4D0C-AB5B-6E9B0695C051}" dt="2023-02-01T08:47:17.967" v="33" actId="1076"/>
          <ac:picMkLst>
            <pc:docMk/>
            <pc:sldMk cId="931554552" sldId="259"/>
            <ac:picMk id="8" creationId="{B7C29C79-CF91-4D8F-8C1D-D18A1F1147A4}"/>
          </ac:picMkLst>
        </pc:picChg>
        <pc:picChg chg="mod">
          <ac:chgData name="SERGIO ALEJANDRO D ANTONIO MACEIRAS" userId="S::sergio.dantonio@upm.es::37b38641-b999-4aca-8435-552cd1cad571" providerId="AD" clId="Web-{2AD7B860-36EB-4D0C-AB5B-6E9B0695C051}" dt="2023-02-01T08:46:14.309" v="25" actId="1076"/>
          <ac:picMkLst>
            <pc:docMk/>
            <pc:sldMk cId="931554552" sldId="259"/>
            <ac:picMk id="9" creationId="{F2528364-3733-406C-B53C-18D34F239B62}"/>
          </ac:picMkLst>
        </pc:picChg>
        <pc:picChg chg="mod">
          <ac:chgData name="SERGIO ALEJANDRO D ANTONIO MACEIRAS" userId="S::sergio.dantonio@upm.es::37b38641-b999-4aca-8435-552cd1cad571" providerId="AD" clId="Web-{2AD7B860-36EB-4D0C-AB5B-6E9B0695C051}" dt="2023-02-01T08:46:12.590" v="24" actId="1076"/>
          <ac:picMkLst>
            <pc:docMk/>
            <pc:sldMk cId="931554552" sldId="259"/>
            <ac:picMk id="10" creationId="{651BCDD9-4CDC-439E-BAE1-F7D3139FD0FC}"/>
          </ac:picMkLst>
        </pc:picChg>
        <pc:picChg chg="mod">
          <ac:chgData name="SERGIO ALEJANDRO D ANTONIO MACEIRAS" userId="S::sergio.dantonio@upm.es::37b38641-b999-4aca-8435-552cd1cad571" providerId="AD" clId="Web-{2AD7B860-36EB-4D0C-AB5B-6E9B0695C051}" dt="2023-02-01T08:47:14.233" v="32" actId="1076"/>
          <ac:picMkLst>
            <pc:docMk/>
            <pc:sldMk cId="931554552" sldId="259"/>
            <ac:picMk id="13" creationId="{7D0C286C-8C75-47BE-B79F-72213CE0433D}"/>
          </ac:picMkLst>
        </pc:picChg>
        <pc:picChg chg="mod">
          <ac:chgData name="SERGIO ALEJANDRO D ANTONIO MACEIRAS" userId="S::sergio.dantonio@upm.es::37b38641-b999-4aca-8435-552cd1cad571" providerId="AD" clId="Web-{2AD7B860-36EB-4D0C-AB5B-6E9B0695C051}" dt="2023-02-01T08:47:06.404" v="31" actId="1076"/>
          <ac:picMkLst>
            <pc:docMk/>
            <pc:sldMk cId="931554552" sldId="259"/>
            <ac:picMk id="14" creationId="{4CCA5565-6F4C-4EB2-97E1-E7DEFA5DFF87}"/>
          </ac:picMkLst>
        </pc:picChg>
      </pc:sldChg>
      <pc:sldChg chg="modSp">
        <pc:chgData name="SERGIO ALEJANDRO D ANTONIO MACEIRAS" userId="S::sergio.dantonio@upm.es::37b38641-b999-4aca-8435-552cd1cad571" providerId="AD" clId="Web-{2AD7B860-36EB-4D0C-AB5B-6E9B0695C051}" dt="2023-02-01T09:06:51.923" v="38" actId="20577"/>
        <pc:sldMkLst>
          <pc:docMk/>
          <pc:sldMk cId="312980169" sldId="264"/>
        </pc:sldMkLst>
        <pc:spChg chg="mod">
          <ac:chgData name="SERGIO ALEJANDRO D ANTONIO MACEIRAS" userId="S::sergio.dantonio@upm.es::37b38641-b999-4aca-8435-552cd1cad571" providerId="AD" clId="Web-{2AD7B860-36EB-4D0C-AB5B-6E9B0695C051}" dt="2023-02-01T09:06:51.923" v="38" actId="20577"/>
          <ac:spMkLst>
            <pc:docMk/>
            <pc:sldMk cId="312980169" sldId="264"/>
            <ac:spMk id="6" creationId="{98D8D1F0-1B02-4B96-9609-C926802C092F}"/>
          </ac:spMkLst>
        </pc:spChg>
      </pc:sldChg>
      <pc:sldChg chg="modSp">
        <pc:chgData name="SERGIO ALEJANDRO D ANTONIO MACEIRAS" userId="S::sergio.dantonio@upm.es::37b38641-b999-4aca-8435-552cd1cad571" providerId="AD" clId="Web-{2AD7B860-36EB-4D0C-AB5B-6E9B0695C051}" dt="2023-02-01T09:05:14.014" v="35" actId="20577"/>
        <pc:sldMkLst>
          <pc:docMk/>
          <pc:sldMk cId="3641658238" sldId="267"/>
        </pc:sldMkLst>
        <pc:spChg chg="mod">
          <ac:chgData name="SERGIO ALEJANDRO D ANTONIO MACEIRAS" userId="S::sergio.dantonio@upm.es::37b38641-b999-4aca-8435-552cd1cad571" providerId="AD" clId="Web-{2AD7B860-36EB-4D0C-AB5B-6E9B0695C051}" dt="2023-02-01T09:05:14.014" v="35" actId="20577"/>
          <ac:spMkLst>
            <pc:docMk/>
            <pc:sldMk cId="3641658238" sldId="267"/>
            <ac:spMk id="3" creationId="{684CC48E-622F-4717-AC62-B5FB8EA2F5D2}"/>
          </ac:spMkLst>
        </pc:spChg>
      </pc:sldChg>
      <pc:sldChg chg="modSp">
        <pc:chgData name="SERGIO ALEJANDRO D ANTONIO MACEIRAS" userId="S::sergio.dantonio@upm.es::37b38641-b999-4aca-8435-552cd1cad571" providerId="AD" clId="Web-{2AD7B860-36EB-4D0C-AB5B-6E9B0695C051}" dt="2023-02-01T08:37:29.414" v="6" actId="20577"/>
        <pc:sldMkLst>
          <pc:docMk/>
          <pc:sldMk cId="992271603" sldId="279"/>
        </pc:sldMkLst>
        <pc:spChg chg="mod">
          <ac:chgData name="SERGIO ALEJANDRO D ANTONIO MACEIRAS" userId="S::sergio.dantonio@upm.es::37b38641-b999-4aca-8435-552cd1cad571" providerId="AD" clId="Web-{2AD7B860-36EB-4D0C-AB5B-6E9B0695C051}" dt="2023-02-01T08:37:29.414" v="6" actId="20577"/>
          <ac:spMkLst>
            <pc:docMk/>
            <pc:sldMk cId="992271603" sldId="279"/>
            <ac:spMk id="2" creationId="{F8B50A97-40B8-463E-8F77-1F567A284235}"/>
          </ac:spMkLst>
        </pc:spChg>
      </pc:sldChg>
      <pc:sldChg chg="mod modShow">
        <pc:chgData name="SERGIO ALEJANDRO D ANTONIO MACEIRAS" userId="S::sergio.dantonio@upm.es::37b38641-b999-4aca-8435-552cd1cad571" providerId="AD" clId="Web-{2AD7B860-36EB-4D0C-AB5B-6E9B0695C051}" dt="2023-02-01T09:06:27.876" v="36"/>
        <pc:sldMkLst>
          <pc:docMk/>
          <pc:sldMk cId="4245174313" sldId="289"/>
        </pc:sldMkLst>
      </pc:sldChg>
    </pc:docChg>
  </pc:docChgLst>
  <pc:docChgLst>
    <pc:chgData name="SERGIO ALEJANDRO D ANTONIO MACEIRAS" userId="37b38641-b999-4aca-8435-552cd1cad571" providerId="ADAL" clId="{8F25E2E6-5431-4ED9-A28C-D84E99AA5521}"/>
    <pc:docChg chg="undo custSel addSld delSld modSld sldOrd">
      <pc:chgData name="SERGIO ALEJANDRO D ANTONIO MACEIRAS" userId="37b38641-b999-4aca-8435-552cd1cad571" providerId="ADAL" clId="{8F25E2E6-5431-4ED9-A28C-D84E99AA5521}" dt="2023-01-31T13:37:09.722" v="1640" actId="20577"/>
      <pc:docMkLst>
        <pc:docMk/>
      </pc:docMkLst>
      <pc:sldChg chg="modSp">
        <pc:chgData name="SERGIO ALEJANDRO D ANTONIO MACEIRAS" userId="37b38641-b999-4aca-8435-552cd1cad571" providerId="ADAL" clId="{8F25E2E6-5431-4ED9-A28C-D84E99AA5521}" dt="2023-01-31T13:18:44.935" v="1574" actId="20577"/>
        <pc:sldMkLst>
          <pc:docMk/>
          <pc:sldMk cId="1839989369" sldId="261"/>
        </pc:sldMkLst>
        <pc:spChg chg="mod">
          <ac:chgData name="SERGIO ALEJANDRO D ANTONIO MACEIRAS" userId="37b38641-b999-4aca-8435-552cd1cad571" providerId="ADAL" clId="{8F25E2E6-5431-4ED9-A28C-D84E99AA5521}" dt="2023-01-31T13:18:27.900" v="1554" actId="20577"/>
          <ac:spMkLst>
            <pc:docMk/>
            <pc:sldMk cId="1839989369" sldId="261"/>
            <ac:spMk id="6" creationId="{A1EF3709-BFB0-49B5-A5AD-024F74DE3A73}"/>
          </ac:spMkLst>
        </pc:spChg>
        <pc:spChg chg="mod">
          <ac:chgData name="SERGIO ALEJANDRO D ANTONIO MACEIRAS" userId="37b38641-b999-4aca-8435-552cd1cad571" providerId="ADAL" clId="{8F25E2E6-5431-4ED9-A28C-D84E99AA5521}" dt="2023-01-31T13:18:44.935" v="1574" actId="20577"/>
          <ac:spMkLst>
            <pc:docMk/>
            <pc:sldMk cId="1839989369" sldId="261"/>
            <ac:spMk id="7" creationId="{84D95D6E-9D8D-4AF9-BBD6-0E79C22AF122}"/>
          </ac:spMkLst>
        </pc:spChg>
      </pc:sldChg>
      <pc:sldChg chg="addSp modSp">
        <pc:chgData name="SERGIO ALEJANDRO D ANTONIO MACEIRAS" userId="37b38641-b999-4aca-8435-552cd1cad571" providerId="ADAL" clId="{8F25E2E6-5431-4ED9-A28C-D84E99AA5521}" dt="2023-01-31T11:00:30.240" v="947" actId="20577"/>
        <pc:sldMkLst>
          <pc:docMk/>
          <pc:sldMk cId="2200351549" sldId="266"/>
        </pc:sldMkLst>
        <pc:spChg chg="mod">
          <ac:chgData name="SERGIO ALEJANDRO D ANTONIO MACEIRAS" userId="37b38641-b999-4aca-8435-552cd1cad571" providerId="ADAL" clId="{8F25E2E6-5431-4ED9-A28C-D84E99AA5521}" dt="2023-01-31T10:58:42.643" v="941"/>
          <ac:spMkLst>
            <pc:docMk/>
            <pc:sldMk cId="2200351549" sldId="266"/>
            <ac:spMk id="2" creationId="{F296C547-F686-4348-8E4E-CD8561B15D97}"/>
          </ac:spMkLst>
        </pc:spChg>
        <pc:spChg chg="mod">
          <ac:chgData name="SERGIO ALEJANDRO D ANTONIO MACEIRAS" userId="37b38641-b999-4aca-8435-552cd1cad571" providerId="ADAL" clId="{8F25E2E6-5431-4ED9-A28C-D84E99AA5521}" dt="2023-01-31T11:00:30.240" v="947" actId="20577"/>
          <ac:spMkLst>
            <pc:docMk/>
            <pc:sldMk cId="2200351549" sldId="266"/>
            <ac:spMk id="3" creationId="{35853B99-A031-4A4B-A28D-2CF82BC6F05D}"/>
          </ac:spMkLst>
        </pc:spChg>
        <pc:picChg chg="mod">
          <ac:chgData name="SERGIO ALEJANDRO D ANTONIO MACEIRAS" userId="37b38641-b999-4aca-8435-552cd1cad571" providerId="ADAL" clId="{8F25E2E6-5431-4ED9-A28C-D84E99AA5521}" dt="2023-01-31T10:58:32.693" v="940" actId="14100"/>
          <ac:picMkLst>
            <pc:docMk/>
            <pc:sldMk cId="2200351549" sldId="266"/>
            <ac:picMk id="7" creationId="{4A01DF11-5AC3-44BC-BE8D-FF2079E2C747}"/>
          </ac:picMkLst>
        </pc:picChg>
        <pc:picChg chg="add mod">
          <ac:chgData name="SERGIO ALEJANDRO D ANTONIO MACEIRAS" userId="37b38641-b999-4aca-8435-552cd1cad571" providerId="ADAL" clId="{8F25E2E6-5431-4ED9-A28C-D84E99AA5521}" dt="2023-01-31T10:58:23.873" v="939" actId="1076"/>
          <ac:picMkLst>
            <pc:docMk/>
            <pc:sldMk cId="2200351549" sldId="266"/>
            <ac:picMk id="8" creationId="{085FEC0D-ABDD-45A6-96B7-59C39154399E}"/>
          </ac:picMkLst>
        </pc:picChg>
      </pc:sldChg>
      <pc:sldChg chg="modSp">
        <pc:chgData name="SERGIO ALEJANDRO D ANTONIO MACEIRAS" userId="37b38641-b999-4aca-8435-552cd1cad571" providerId="ADAL" clId="{8F25E2E6-5431-4ED9-A28C-D84E99AA5521}" dt="2023-01-31T13:12:32.039" v="1541" actId="20577"/>
        <pc:sldMkLst>
          <pc:docMk/>
          <pc:sldMk cId="452470911" sldId="269"/>
        </pc:sldMkLst>
        <pc:spChg chg="mod">
          <ac:chgData name="SERGIO ALEJANDRO D ANTONIO MACEIRAS" userId="37b38641-b999-4aca-8435-552cd1cad571" providerId="ADAL" clId="{8F25E2E6-5431-4ED9-A28C-D84E99AA5521}" dt="2023-01-31T13:12:32.039" v="1541" actId="20577"/>
          <ac:spMkLst>
            <pc:docMk/>
            <pc:sldMk cId="452470911" sldId="269"/>
            <ac:spMk id="3" creationId="{E6FE3ECE-1B9B-40E3-A6CA-36D92F3EFACB}"/>
          </ac:spMkLst>
        </pc:spChg>
      </pc:sldChg>
      <pc:sldChg chg="modSp">
        <pc:chgData name="SERGIO ALEJANDRO D ANTONIO MACEIRAS" userId="37b38641-b999-4aca-8435-552cd1cad571" providerId="ADAL" clId="{8F25E2E6-5431-4ED9-A28C-D84E99AA5521}" dt="2023-01-31T13:19:28.131" v="1604" actId="20577"/>
        <pc:sldMkLst>
          <pc:docMk/>
          <pc:sldMk cId="438624939" sldId="280"/>
        </pc:sldMkLst>
        <pc:spChg chg="mod">
          <ac:chgData name="SERGIO ALEJANDRO D ANTONIO MACEIRAS" userId="37b38641-b999-4aca-8435-552cd1cad571" providerId="ADAL" clId="{8F25E2E6-5431-4ED9-A28C-D84E99AA5521}" dt="2023-01-31T13:17:33.316" v="1543" actId="20577"/>
          <ac:spMkLst>
            <pc:docMk/>
            <pc:sldMk cId="438624939" sldId="280"/>
            <ac:spMk id="6" creationId="{A1EF3709-BFB0-49B5-A5AD-024F74DE3A73}"/>
          </ac:spMkLst>
        </pc:spChg>
        <pc:spChg chg="mod">
          <ac:chgData name="SERGIO ALEJANDRO D ANTONIO MACEIRAS" userId="37b38641-b999-4aca-8435-552cd1cad571" providerId="ADAL" clId="{8F25E2E6-5431-4ED9-A28C-D84E99AA5521}" dt="2023-01-31T13:19:28.131" v="1604" actId="20577"/>
          <ac:spMkLst>
            <pc:docMk/>
            <pc:sldMk cId="438624939" sldId="280"/>
            <ac:spMk id="7" creationId="{84D95D6E-9D8D-4AF9-BBD6-0E79C22AF122}"/>
          </ac:spMkLst>
        </pc:spChg>
      </pc:sldChg>
      <pc:sldChg chg="addSp delSp modSp add">
        <pc:chgData name="SERGIO ALEJANDRO D ANTONIO MACEIRAS" userId="37b38641-b999-4aca-8435-552cd1cad571" providerId="ADAL" clId="{8F25E2E6-5431-4ED9-A28C-D84E99AA5521}" dt="2023-01-31T09:04:39.741" v="87" actId="207"/>
        <pc:sldMkLst>
          <pc:docMk/>
          <pc:sldMk cId="2275346884" sldId="281"/>
        </pc:sldMkLst>
        <pc:spChg chg="mod">
          <ac:chgData name="SERGIO ALEJANDRO D ANTONIO MACEIRAS" userId="37b38641-b999-4aca-8435-552cd1cad571" providerId="ADAL" clId="{8F25E2E6-5431-4ED9-A28C-D84E99AA5521}" dt="2023-01-31T09:01:16.463" v="52" actId="20577"/>
          <ac:spMkLst>
            <pc:docMk/>
            <pc:sldMk cId="2275346884" sldId="281"/>
            <ac:spMk id="2" creationId="{05E56D18-6D2F-4DF1-A39A-9F4B67ECED81}"/>
          </ac:spMkLst>
        </pc:spChg>
        <pc:spChg chg="del">
          <ac:chgData name="SERGIO ALEJANDRO D ANTONIO MACEIRAS" userId="37b38641-b999-4aca-8435-552cd1cad571" providerId="ADAL" clId="{8F25E2E6-5431-4ED9-A28C-D84E99AA5521}" dt="2023-01-31T08:58:18.422" v="1" actId="478"/>
          <ac:spMkLst>
            <pc:docMk/>
            <pc:sldMk cId="2275346884" sldId="281"/>
            <ac:spMk id="3" creationId="{6EF89B45-7E7F-4A0E-A273-EBD6FB599700}"/>
          </ac:spMkLst>
        </pc:spChg>
        <pc:graphicFrameChg chg="add mod">
          <ac:chgData name="SERGIO ALEJANDRO D ANTONIO MACEIRAS" userId="37b38641-b999-4aca-8435-552cd1cad571" providerId="ADAL" clId="{8F25E2E6-5431-4ED9-A28C-D84E99AA5521}" dt="2023-01-31T09:04:39.741" v="87" actId="207"/>
          <ac:graphicFrameMkLst>
            <pc:docMk/>
            <pc:sldMk cId="2275346884" sldId="281"/>
            <ac:graphicFrameMk id="8" creationId="{6A2AE9FC-3711-4256-95E1-AB129E3C1379}"/>
          </ac:graphicFrameMkLst>
        </pc:graphicFrameChg>
        <pc:picChg chg="add del">
          <ac:chgData name="SERGIO ALEJANDRO D ANTONIO MACEIRAS" userId="37b38641-b999-4aca-8435-552cd1cad571" providerId="ADAL" clId="{8F25E2E6-5431-4ED9-A28C-D84E99AA5521}" dt="2023-01-31T09:00:50.949" v="3" actId="478"/>
          <ac:picMkLst>
            <pc:docMk/>
            <pc:sldMk cId="2275346884" sldId="281"/>
            <ac:picMk id="6" creationId="{D47A4456-AF9E-4B51-8061-413454FAA07B}"/>
          </ac:picMkLst>
        </pc:picChg>
        <pc:picChg chg="add mod">
          <ac:chgData name="SERGIO ALEJANDRO D ANTONIO MACEIRAS" userId="37b38641-b999-4aca-8435-552cd1cad571" providerId="ADAL" clId="{8F25E2E6-5431-4ED9-A28C-D84E99AA5521}" dt="2023-01-31T09:01:34.380" v="54" actId="1076"/>
          <ac:picMkLst>
            <pc:docMk/>
            <pc:sldMk cId="2275346884" sldId="281"/>
            <ac:picMk id="7" creationId="{4EE65CC0-F426-4CCC-8431-0FF115EBF0CB}"/>
          </ac:picMkLst>
        </pc:picChg>
      </pc:sldChg>
      <pc:sldChg chg="addSp delSp modSp add">
        <pc:chgData name="SERGIO ALEJANDRO D ANTONIO MACEIRAS" userId="37b38641-b999-4aca-8435-552cd1cad571" providerId="ADAL" clId="{8F25E2E6-5431-4ED9-A28C-D84E99AA5521}" dt="2023-01-31T09:07:28.821" v="131"/>
        <pc:sldMkLst>
          <pc:docMk/>
          <pc:sldMk cId="1313040829" sldId="282"/>
        </pc:sldMkLst>
        <pc:spChg chg="mod">
          <ac:chgData name="SERGIO ALEJANDRO D ANTONIO MACEIRAS" userId="37b38641-b999-4aca-8435-552cd1cad571" providerId="ADAL" clId="{8F25E2E6-5431-4ED9-A28C-D84E99AA5521}" dt="2023-01-31T09:06:16.525" v="114" actId="20577"/>
          <ac:spMkLst>
            <pc:docMk/>
            <pc:sldMk cId="1313040829" sldId="282"/>
            <ac:spMk id="2" creationId="{F56C4132-BD51-4D02-A8A0-BADE3C53426B}"/>
          </ac:spMkLst>
        </pc:spChg>
        <pc:spChg chg="add del mod">
          <ac:chgData name="SERGIO ALEJANDRO D ANTONIO MACEIRAS" userId="37b38641-b999-4aca-8435-552cd1cad571" providerId="ADAL" clId="{8F25E2E6-5431-4ED9-A28C-D84E99AA5521}" dt="2023-01-31T09:06:33.432" v="119"/>
          <ac:spMkLst>
            <pc:docMk/>
            <pc:sldMk cId="1313040829" sldId="282"/>
            <ac:spMk id="3" creationId="{7BDF8FAA-7A5D-4BDD-B9EA-6A8C31B485FF}"/>
          </ac:spMkLst>
        </pc:spChg>
        <pc:graphicFrameChg chg="add mod">
          <ac:chgData name="SERGIO ALEJANDRO D ANTONIO MACEIRAS" userId="37b38641-b999-4aca-8435-552cd1cad571" providerId="ADAL" clId="{8F25E2E6-5431-4ED9-A28C-D84E99AA5521}" dt="2023-01-31T09:07:28.821" v="131"/>
          <ac:graphicFrameMkLst>
            <pc:docMk/>
            <pc:sldMk cId="1313040829" sldId="282"/>
            <ac:graphicFrameMk id="7" creationId="{D7A790C4-9C68-442C-B204-5F7A3E778B8F}"/>
          </ac:graphicFrameMkLst>
        </pc:graphicFrameChg>
        <pc:picChg chg="add del mod">
          <ac:chgData name="SERGIO ALEJANDRO D ANTONIO MACEIRAS" userId="37b38641-b999-4aca-8435-552cd1cad571" providerId="ADAL" clId="{8F25E2E6-5431-4ED9-A28C-D84E99AA5521}" dt="2023-01-31T09:06:22.104" v="117"/>
          <ac:picMkLst>
            <pc:docMk/>
            <pc:sldMk cId="1313040829" sldId="282"/>
            <ac:picMk id="6" creationId="{C94C98A7-0A22-4A58-A38E-F4EFCAF06ACC}"/>
          </ac:picMkLst>
        </pc:picChg>
      </pc:sldChg>
      <pc:sldChg chg="addSp delSp modSp add">
        <pc:chgData name="SERGIO ALEJANDRO D ANTONIO MACEIRAS" userId="37b38641-b999-4aca-8435-552cd1cad571" providerId="ADAL" clId="{8F25E2E6-5431-4ED9-A28C-D84E99AA5521}" dt="2023-01-31T10:01:43.361" v="545"/>
        <pc:sldMkLst>
          <pc:docMk/>
          <pc:sldMk cId="1412461609" sldId="283"/>
        </pc:sldMkLst>
        <pc:spChg chg="mod">
          <ac:chgData name="SERGIO ALEJANDRO D ANTONIO MACEIRAS" userId="37b38641-b999-4aca-8435-552cd1cad571" providerId="ADAL" clId="{8F25E2E6-5431-4ED9-A28C-D84E99AA5521}" dt="2023-01-31T09:34:52.519" v="464" actId="20577"/>
          <ac:spMkLst>
            <pc:docMk/>
            <pc:sldMk cId="1412461609" sldId="283"/>
            <ac:spMk id="2" creationId="{F5C3E91A-C587-43E7-B35E-3485A9A25244}"/>
          </ac:spMkLst>
        </pc:spChg>
        <pc:spChg chg="del">
          <ac:chgData name="SERGIO ALEJANDRO D ANTONIO MACEIRAS" userId="37b38641-b999-4aca-8435-552cd1cad571" providerId="ADAL" clId="{8F25E2E6-5431-4ED9-A28C-D84E99AA5521}" dt="2023-01-31T09:10:07.143" v="133" actId="478"/>
          <ac:spMkLst>
            <pc:docMk/>
            <pc:sldMk cId="1412461609" sldId="283"/>
            <ac:spMk id="3" creationId="{63351478-2AB1-4FF7-8516-D614FC9E59E4}"/>
          </ac:spMkLst>
        </pc:spChg>
        <pc:spChg chg="add del mod">
          <ac:chgData name="SERGIO ALEJANDRO D ANTONIO MACEIRAS" userId="37b38641-b999-4aca-8435-552cd1cad571" providerId="ADAL" clId="{8F25E2E6-5431-4ED9-A28C-D84E99AA5521}" dt="2023-01-31T09:10:44.471" v="139" actId="478"/>
          <ac:spMkLst>
            <pc:docMk/>
            <pc:sldMk cId="1412461609" sldId="283"/>
            <ac:spMk id="16" creationId="{B37A5374-AA59-497F-899A-44F32609ACCA}"/>
          </ac:spMkLst>
        </pc:spChg>
        <pc:spChg chg="add del mod">
          <ac:chgData name="SERGIO ALEJANDRO D ANTONIO MACEIRAS" userId="37b38641-b999-4aca-8435-552cd1cad571" providerId="ADAL" clId="{8F25E2E6-5431-4ED9-A28C-D84E99AA5521}" dt="2023-01-31T09:10:44.471" v="139" actId="478"/>
          <ac:spMkLst>
            <pc:docMk/>
            <pc:sldMk cId="1412461609" sldId="283"/>
            <ac:spMk id="17" creationId="{92B12594-CB52-49BC-B668-FC63DD76E5E4}"/>
          </ac:spMkLst>
        </pc:spChg>
        <pc:spChg chg="del mod">
          <ac:chgData name="SERGIO ALEJANDRO D ANTONIO MACEIRAS" userId="37b38641-b999-4aca-8435-552cd1cad571" providerId="ADAL" clId="{8F25E2E6-5431-4ED9-A28C-D84E99AA5521}" dt="2023-01-31T09:34:20.858" v="437" actId="478"/>
          <ac:spMkLst>
            <pc:docMk/>
            <pc:sldMk cId="1412461609" sldId="283"/>
            <ac:spMk id="23" creationId="{59908394-2745-46B4-980A-40F473350992}"/>
          </ac:spMkLst>
        </pc:spChg>
        <pc:spChg chg="del mod">
          <ac:chgData name="SERGIO ALEJANDRO D ANTONIO MACEIRAS" userId="37b38641-b999-4aca-8435-552cd1cad571" providerId="ADAL" clId="{8F25E2E6-5431-4ED9-A28C-D84E99AA5521}" dt="2023-01-31T09:31:28.970" v="408" actId="478"/>
          <ac:spMkLst>
            <pc:docMk/>
            <pc:sldMk cId="1412461609" sldId="283"/>
            <ac:spMk id="24" creationId="{A653E5A1-74D1-46A5-AF18-C7C11830A4F1}"/>
          </ac:spMkLst>
        </pc:spChg>
        <pc:spChg chg="add mod">
          <ac:chgData name="SERGIO ALEJANDRO D ANTONIO MACEIRAS" userId="37b38641-b999-4aca-8435-552cd1cad571" providerId="ADAL" clId="{8F25E2E6-5431-4ED9-A28C-D84E99AA5521}" dt="2023-01-31T09:58:38.658" v="531" actId="207"/>
          <ac:spMkLst>
            <pc:docMk/>
            <pc:sldMk cId="1412461609" sldId="283"/>
            <ac:spMk id="26" creationId="{ADB96159-6FEF-4DDB-98B6-F3ABD4B27924}"/>
          </ac:spMkLst>
        </pc:spChg>
        <pc:spChg chg="add del mod">
          <ac:chgData name="SERGIO ALEJANDRO D ANTONIO MACEIRAS" userId="37b38641-b999-4aca-8435-552cd1cad571" providerId="ADAL" clId="{8F25E2E6-5431-4ED9-A28C-D84E99AA5521}" dt="2023-01-31T09:34:21.952" v="438" actId="478"/>
          <ac:spMkLst>
            <pc:docMk/>
            <pc:sldMk cId="1412461609" sldId="283"/>
            <ac:spMk id="27" creationId="{758086DE-66DB-4C3B-B7A5-845FA1F5D4A6}"/>
          </ac:spMkLst>
        </pc:spChg>
        <pc:spChg chg="add mod">
          <ac:chgData name="SERGIO ALEJANDRO D ANTONIO MACEIRAS" userId="37b38641-b999-4aca-8435-552cd1cad571" providerId="ADAL" clId="{8F25E2E6-5431-4ED9-A28C-D84E99AA5521}" dt="2023-01-31T09:58:26.642" v="530" actId="207"/>
          <ac:spMkLst>
            <pc:docMk/>
            <pc:sldMk cId="1412461609" sldId="283"/>
            <ac:spMk id="32" creationId="{EE02720C-2EE6-4138-B7B1-747122418C5D}"/>
          </ac:spMkLst>
        </pc:spChg>
        <pc:spChg chg="add mod">
          <ac:chgData name="SERGIO ALEJANDRO D ANTONIO MACEIRAS" userId="37b38641-b999-4aca-8435-552cd1cad571" providerId="ADAL" clId="{8F25E2E6-5431-4ED9-A28C-D84E99AA5521}" dt="2023-01-31T09:58:22.520" v="529" actId="207"/>
          <ac:spMkLst>
            <pc:docMk/>
            <pc:sldMk cId="1412461609" sldId="283"/>
            <ac:spMk id="33" creationId="{24E74AE1-215B-41D7-9EF4-4DB3FF41C66F}"/>
          </ac:spMkLst>
        </pc:spChg>
        <pc:spChg chg="add mod">
          <ac:chgData name="SERGIO ALEJANDRO D ANTONIO MACEIRAS" userId="37b38641-b999-4aca-8435-552cd1cad571" providerId="ADAL" clId="{8F25E2E6-5431-4ED9-A28C-D84E99AA5521}" dt="2023-01-31T10:00:16.371" v="541" actId="207"/>
          <ac:spMkLst>
            <pc:docMk/>
            <pc:sldMk cId="1412461609" sldId="283"/>
            <ac:spMk id="34" creationId="{50408C71-A92E-4659-8638-B3EF22D6367E}"/>
          </ac:spMkLst>
        </pc:spChg>
        <pc:spChg chg="add mod">
          <ac:chgData name="SERGIO ALEJANDRO D ANTONIO MACEIRAS" userId="37b38641-b999-4aca-8435-552cd1cad571" providerId="ADAL" clId="{8F25E2E6-5431-4ED9-A28C-D84E99AA5521}" dt="2023-01-31T09:59:52.579" v="538" actId="13822"/>
          <ac:spMkLst>
            <pc:docMk/>
            <pc:sldMk cId="1412461609" sldId="283"/>
            <ac:spMk id="77" creationId="{DFDD0B58-41E6-406A-B271-A4C88DE3923C}"/>
          </ac:spMkLst>
        </pc:spChg>
        <pc:grpChg chg="add del">
          <ac:chgData name="SERGIO ALEJANDRO D ANTONIO MACEIRAS" userId="37b38641-b999-4aca-8435-552cd1cad571" providerId="ADAL" clId="{8F25E2E6-5431-4ED9-A28C-D84E99AA5521}" dt="2023-01-31T09:10:24.008" v="135" actId="478"/>
          <ac:grpSpMkLst>
            <pc:docMk/>
            <pc:sldMk cId="1412461609" sldId="283"/>
            <ac:grpSpMk id="6" creationId="{E5B49FCB-3CBB-42EC-9A76-36E089108505}"/>
          </ac:grpSpMkLst>
        </pc:grpChg>
        <pc:grpChg chg="add del mod">
          <ac:chgData name="SERGIO ALEJANDRO D ANTONIO MACEIRAS" userId="37b38641-b999-4aca-8435-552cd1cad571" providerId="ADAL" clId="{8F25E2E6-5431-4ED9-A28C-D84E99AA5521}" dt="2023-01-31T09:10:44.471" v="139" actId="478"/>
          <ac:grpSpMkLst>
            <pc:docMk/>
            <pc:sldMk cId="1412461609" sldId="283"/>
            <ac:grpSpMk id="11" creationId="{6DD1E8FE-A41E-4290-9240-C0ABF7BCCD55}"/>
          </ac:grpSpMkLst>
        </pc:grpChg>
        <pc:grpChg chg="add del mod">
          <ac:chgData name="SERGIO ALEJANDRO D ANTONIO MACEIRAS" userId="37b38641-b999-4aca-8435-552cd1cad571" providerId="ADAL" clId="{8F25E2E6-5431-4ED9-A28C-D84E99AA5521}" dt="2023-01-31T09:34:23.257" v="439" actId="478"/>
          <ac:grpSpMkLst>
            <pc:docMk/>
            <pc:sldMk cId="1412461609" sldId="283"/>
            <ac:grpSpMk id="21" creationId="{AB173B3D-D493-4B27-8C20-448C0AD57211}"/>
          </ac:grpSpMkLst>
        </pc:grpChg>
        <pc:graphicFrameChg chg="add del mod">
          <ac:chgData name="SERGIO ALEJANDRO D ANTONIO MACEIRAS" userId="37b38641-b999-4aca-8435-552cd1cad571" providerId="ADAL" clId="{8F25E2E6-5431-4ED9-A28C-D84E99AA5521}" dt="2023-01-31T09:28:38.041" v="389" actId="478"/>
          <ac:graphicFrameMkLst>
            <pc:docMk/>
            <pc:sldMk cId="1412461609" sldId="283"/>
            <ac:graphicFrameMk id="20" creationId="{E291EBB5-BC45-42E1-A205-9D0D67BEAA9C}"/>
          </ac:graphicFrameMkLst>
        </pc:graphicFrameChg>
        <pc:picChg chg="add del mod">
          <ac:chgData name="SERGIO ALEJANDRO D ANTONIO MACEIRAS" userId="37b38641-b999-4aca-8435-552cd1cad571" providerId="ADAL" clId="{8F25E2E6-5431-4ED9-A28C-D84E99AA5521}" dt="2023-01-31T09:30:20.761" v="399" actId="478"/>
          <ac:picMkLst>
            <pc:docMk/>
            <pc:sldMk cId="1412461609" sldId="283"/>
            <ac:picMk id="29" creationId="{097D5DFA-6D02-434D-8A2C-2B345B97F3FE}"/>
          </ac:picMkLst>
        </pc:picChg>
        <pc:picChg chg="add mod">
          <ac:chgData name="SERGIO ALEJANDRO D ANTONIO MACEIRAS" userId="37b38641-b999-4aca-8435-552cd1cad571" providerId="ADAL" clId="{8F25E2E6-5431-4ED9-A28C-D84E99AA5521}" dt="2023-01-31T10:00:23.419" v="543" actId="1076"/>
          <ac:picMkLst>
            <pc:docMk/>
            <pc:sldMk cId="1412461609" sldId="283"/>
            <ac:picMk id="31" creationId="{BB37383A-38A9-46B6-87F2-A8E2840895B1}"/>
          </ac:picMkLst>
        </pc:picChg>
        <pc:picChg chg="add mod">
          <ac:chgData name="SERGIO ALEJANDRO D ANTONIO MACEIRAS" userId="37b38641-b999-4aca-8435-552cd1cad571" providerId="ADAL" clId="{8F25E2E6-5431-4ED9-A28C-D84E99AA5521}" dt="2023-01-31T10:00:19.803" v="542" actId="1076"/>
          <ac:picMkLst>
            <pc:docMk/>
            <pc:sldMk cId="1412461609" sldId="283"/>
            <ac:picMk id="79" creationId="{2B437191-B020-4907-8B8C-C78381416738}"/>
          </ac:picMkLst>
        </pc:picChg>
        <pc:picChg chg="add del">
          <ac:chgData name="SERGIO ALEJANDRO D ANTONIO MACEIRAS" userId="37b38641-b999-4aca-8435-552cd1cad571" providerId="ADAL" clId="{8F25E2E6-5431-4ED9-A28C-D84E99AA5521}" dt="2023-01-31T10:01:43.361" v="545"/>
          <ac:picMkLst>
            <pc:docMk/>
            <pc:sldMk cId="1412461609" sldId="283"/>
            <ac:picMk id="82" creationId="{35270F42-BB9B-4BFD-9BC4-DA09E023BA43}"/>
          </ac:picMkLst>
        </pc:picChg>
        <pc:cxnChg chg="add mod">
          <ac:chgData name="SERGIO ALEJANDRO D ANTONIO MACEIRAS" userId="37b38641-b999-4aca-8435-552cd1cad571" providerId="ADAL" clId="{8F25E2E6-5431-4ED9-A28C-D84E99AA5521}" dt="2023-01-31T09:58:51.854" v="532" actId="13822"/>
          <ac:cxnSpMkLst>
            <pc:docMk/>
            <pc:sldMk cId="1412461609" sldId="283"/>
            <ac:cxnSpMk id="36" creationId="{9AC1CA9A-35BC-4DC4-9C3F-335BD082E4BB}"/>
          </ac:cxnSpMkLst>
        </pc:cxnChg>
        <pc:cxnChg chg="add mod">
          <ac:chgData name="SERGIO ALEJANDRO D ANTONIO MACEIRAS" userId="37b38641-b999-4aca-8435-552cd1cad571" providerId="ADAL" clId="{8F25E2E6-5431-4ED9-A28C-D84E99AA5521}" dt="2023-01-31T09:58:56.743" v="533" actId="13822"/>
          <ac:cxnSpMkLst>
            <pc:docMk/>
            <pc:sldMk cId="1412461609" sldId="283"/>
            <ac:cxnSpMk id="37" creationId="{75B038F3-9F7F-4871-A17F-5CDF5CBF9CFC}"/>
          </ac:cxnSpMkLst>
        </pc:cxnChg>
        <pc:cxnChg chg="add del mod">
          <ac:chgData name="SERGIO ALEJANDRO D ANTONIO MACEIRAS" userId="37b38641-b999-4aca-8435-552cd1cad571" providerId="ADAL" clId="{8F25E2E6-5431-4ED9-A28C-D84E99AA5521}" dt="2023-01-31T09:37:45.176" v="489" actId="478"/>
          <ac:cxnSpMkLst>
            <pc:docMk/>
            <pc:sldMk cId="1412461609" sldId="283"/>
            <ac:cxnSpMk id="41" creationId="{AB83706C-53A9-4E77-A421-93C208E1E714}"/>
          </ac:cxnSpMkLst>
        </pc:cxnChg>
        <pc:cxnChg chg="add del mod">
          <ac:chgData name="SERGIO ALEJANDRO D ANTONIO MACEIRAS" userId="37b38641-b999-4aca-8435-552cd1cad571" providerId="ADAL" clId="{8F25E2E6-5431-4ED9-A28C-D84E99AA5521}" dt="2023-01-31T09:39:33.577" v="497" actId="478"/>
          <ac:cxnSpMkLst>
            <pc:docMk/>
            <pc:sldMk cId="1412461609" sldId="283"/>
            <ac:cxnSpMk id="54" creationId="{3F6E844D-9B8A-4527-8A95-AAA1B9E236B6}"/>
          </ac:cxnSpMkLst>
        </pc:cxnChg>
        <pc:cxnChg chg="add del mod">
          <ac:chgData name="SERGIO ALEJANDRO D ANTONIO MACEIRAS" userId="37b38641-b999-4aca-8435-552cd1cad571" providerId="ADAL" clId="{8F25E2E6-5431-4ED9-A28C-D84E99AA5521}" dt="2023-01-31T09:41:27.049" v="508" actId="478"/>
          <ac:cxnSpMkLst>
            <pc:docMk/>
            <pc:sldMk cId="1412461609" sldId="283"/>
            <ac:cxnSpMk id="61" creationId="{044EE8F3-4D9D-490C-8D89-8E6D3865C481}"/>
          </ac:cxnSpMkLst>
        </pc:cxnChg>
        <pc:cxnChg chg="add del mod">
          <ac:chgData name="SERGIO ALEJANDRO D ANTONIO MACEIRAS" userId="37b38641-b999-4aca-8435-552cd1cad571" providerId="ADAL" clId="{8F25E2E6-5431-4ED9-A28C-D84E99AA5521}" dt="2023-01-31T09:40:10.001" v="501" actId="11529"/>
          <ac:cxnSpMkLst>
            <pc:docMk/>
            <pc:sldMk cId="1412461609" sldId="283"/>
            <ac:cxnSpMk id="64" creationId="{0B180C99-38B6-4D66-8678-B8B42DA29D6D}"/>
          </ac:cxnSpMkLst>
        </pc:cxnChg>
        <pc:cxnChg chg="add mod">
          <ac:chgData name="SERGIO ALEJANDRO D ANTONIO MACEIRAS" userId="37b38641-b999-4aca-8435-552cd1cad571" providerId="ADAL" clId="{8F25E2E6-5431-4ED9-A28C-D84E99AA5521}" dt="2023-01-31T09:59:16.652" v="535" actId="13822"/>
          <ac:cxnSpMkLst>
            <pc:docMk/>
            <pc:sldMk cId="1412461609" sldId="283"/>
            <ac:cxnSpMk id="66" creationId="{625A55A7-AEA4-4447-9C93-2EE231CC7210}"/>
          </ac:cxnSpMkLst>
        </pc:cxnChg>
        <pc:cxnChg chg="add mod">
          <ac:chgData name="SERGIO ALEJANDRO D ANTONIO MACEIRAS" userId="37b38641-b999-4aca-8435-552cd1cad571" providerId="ADAL" clId="{8F25E2E6-5431-4ED9-A28C-D84E99AA5521}" dt="2023-01-31T09:59:37.508" v="537" actId="14100"/>
          <ac:cxnSpMkLst>
            <pc:docMk/>
            <pc:sldMk cId="1412461609" sldId="283"/>
            <ac:cxnSpMk id="68" creationId="{3D8C8D35-9DE9-4A43-B1E4-A74A215FFAEC}"/>
          </ac:cxnSpMkLst>
        </pc:cxnChg>
        <pc:cxnChg chg="add mod">
          <ac:chgData name="SERGIO ALEJANDRO D ANTONIO MACEIRAS" userId="37b38641-b999-4aca-8435-552cd1cad571" providerId="ADAL" clId="{8F25E2E6-5431-4ED9-A28C-D84E99AA5521}" dt="2023-01-31T09:59:22.101" v="536" actId="13822"/>
          <ac:cxnSpMkLst>
            <pc:docMk/>
            <pc:sldMk cId="1412461609" sldId="283"/>
            <ac:cxnSpMk id="72" creationId="{5553D673-5A27-4A64-9AAF-A7684B6565E7}"/>
          </ac:cxnSpMkLst>
        </pc:cxnChg>
      </pc:sldChg>
      <pc:sldChg chg="addSp delSp modSp add">
        <pc:chgData name="SERGIO ALEJANDRO D ANTONIO MACEIRAS" userId="37b38641-b999-4aca-8435-552cd1cad571" providerId="ADAL" clId="{8F25E2E6-5431-4ED9-A28C-D84E99AA5521}" dt="2023-01-31T10:27:57.856" v="795" actId="1076"/>
        <pc:sldMkLst>
          <pc:docMk/>
          <pc:sldMk cId="2514130023" sldId="284"/>
        </pc:sldMkLst>
        <pc:spChg chg="del">
          <ac:chgData name="SERGIO ALEJANDRO D ANTONIO MACEIRAS" userId="37b38641-b999-4aca-8435-552cd1cad571" providerId="ADAL" clId="{8F25E2E6-5431-4ED9-A28C-D84E99AA5521}" dt="2023-01-31T10:01:53.030" v="547"/>
          <ac:spMkLst>
            <pc:docMk/>
            <pc:sldMk cId="2514130023" sldId="284"/>
            <ac:spMk id="2" creationId="{C9F5068B-438F-4418-8DDF-6C50A7DB6887}"/>
          </ac:spMkLst>
        </pc:spChg>
        <pc:spChg chg="del">
          <ac:chgData name="SERGIO ALEJANDRO D ANTONIO MACEIRAS" userId="37b38641-b999-4aca-8435-552cd1cad571" providerId="ADAL" clId="{8F25E2E6-5431-4ED9-A28C-D84E99AA5521}" dt="2023-01-31T10:01:53.030" v="547"/>
          <ac:spMkLst>
            <pc:docMk/>
            <pc:sldMk cId="2514130023" sldId="284"/>
            <ac:spMk id="3" creationId="{1A54F582-7DB9-425F-ABBB-D37DECAE8FCD}"/>
          </ac:spMkLst>
        </pc:spChg>
        <pc:spChg chg="add mod">
          <ac:chgData name="SERGIO ALEJANDRO D ANTONIO MACEIRAS" userId="37b38641-b999-4aca-8435-552cd1cad571" providerId="ADAL" clId="{8F25E2E6-5431-4ED9-A28C-D84E99AA5521}" dt="2023-01-31T10:03:13.316" v="576" actId="20577"/>
          <ac:spMkLst>
            <pc:docMk/>
            <pc:sldMk cId="2514130023" sldId="284"/>
            <ac:spMk id="6" creationId="{A83348AF-9AE4-4364-9FED-460A5E9711D5}"/>
          </ac:spMkLst>
        </pc:spChg>
        <pc:spChg chg="add mod">
          <ac:chgData name="SERGIO ALEJANDRO D ANTONIO MACEIRAS" userId="37b38641-b999-4aca-8435-552cd1cad571" providerId="ADAL" clId="{8F25E2E6-5431-4ED9-A28C-D84E99AA5521}" dt="2023-01-31T10:27:57.856" v="795" actId="1076"/>
          <ac:spMkLst>
            <pc:docMk/>
            <pc:sldMk cId="2514130023" sldId="284"/>
            <ac:spMk id="7" creationId="{7B9F311E-21F8-4B51-8BDC-5E9AD2DF7C2E}"/>
          </ac:spMkLst>
        </pc:spChg>
        <pc:spChg chg="add del mod">
          <ac:chgData name="SERGIO ALEJANDRO D ANTONIO MACEIRAS" userId="37b38641-b999-4aca-8435-552cd1cad571" providerId="ADAL" clId="{8F25E2E6-5431-4ED9-A28C-D84E99AA5521}" dt="2023-01-31T10:01:59.644" v="548"/>
          <ac:spMkLst>
            <pc:docMk/>
            <pc:sldMk cId="2514130023" sldId="284"/>
            <ac:spMk id="8" creationId="{AC8D8E23-7559-418D-970B-33E6B9C9BC10}"/>
          </ac:spMkLst>
        </pc:spChg>
        <pc:picChg chg="add mod modCrop">
          <ac:chgData name="SERGIO ALEJANDRO D ANTONIO MACEIRAS" userId="37b38641-b999-4aca-8435-552cd1cad571" providerId="ADAL" clId="{8F25E2E6-5431-4ED9-A28C-D84E99AA5521}" dt="2023-01-31T10:07:03.227" v="666" actId="1076"/>
          <ac:picMkLst>
            <pc:docMk/>
            <pc:sldMk cId="2514130023" sldId="284"/>
            <ac:picMk id="9" creationId="{955228D8-07FD-4736-91AB-3E4243F85325}"/>
          </ac:picMkLst>
        </pc:picChg>
      </pc:sldChg>
      <pc:sldChg chg="addSp delSp modSp add ord">
        <pc:chgData name="SERGIO ALEJANDRO D ANTONIO MACEIRAS" userId="37b38641-b999-4aca-8435-552cd1cad571" providerId="ADAL" clId="{8F25E2E6-5431-4ED9-A28C-D84E99AA5521}" dt="2023-01-31T10:48:29.148" v="901"/>
        <pc:sldMkLst>
          <pc:docMk/>
          <pc:sldMk cId="3155473002" sldId="285"/>
        </pc:sldMkLst>
        <pc:spChg chg="del">
          <ac:chgData name="SERGIO ALEJANDRO D ANTONIO MACEIRAS" userId="37b38641-b999-4aca-8435-552cd1cad571" providerId="ADAL" clId="{8F25E2E6-5431-4ED9-A28C-D84E99AA5521}" dt="2023-01-31T10:05:04.297" v="599"/>
          <ac:spMkLst>
            <pc:docMk/>
            <pc:sldMk cId="3155473002" sldId="285"/>
            <ac:spMk id="2" creationId="{1E3D6EA0-CC42-4EFC-A60D-892C80E24708}"/>
          </ac:spMkLst>
        </pc:spChg>
        <pc:spChg chg="del">
          <ac:chgData name="SERGIO ALEJANDRO D ANTONIO MACEIRAS" userId="37b38641-b999-4aca-8435-552cd1cad571" providerId="ADAL" clId="{8F25E2E6-5431-4ED9-A28C-D84E99AA5521}" dt="2023-01-31T10:05:04.297" v="599"/>
          <ac:spMkLst>
            <pc:docMk/>
            <pc:sldMk cId="3155473002" sldId="285"/>
            <ac:spMk id="3" creationId="{2D4BB0A0-49AC-43E4-A45C-B6DFE84DA875}"/>
          </ac:spMkLst>
        </pc:spChg>
        <pc:spChg chg="del">
          <ac:chgData name="SERGIO ALEJANDRO D ANTONIO MACEIRAS" userId="37b38641-b999-4aca-8435-552cd1cad571" providerId="ADAL" clId="{8F25E2E6-5431-4ED9-A28C-D84E99AA5521}" dt="2023-01-31T10:05:04.297" v="599"/>
          <ac:spMkLst>
            <pc:docMk/>
            <pc:sldMk cId="3155473002" sldId="285"/>
            <ac:spMk id="4" creationId="{8F8AB816-FA41-41D0-8794-5652CAD235AE}"/>
          </ac:spMkLst>
        </pc:spChg>
        <pc:spChg chg="add mod">
          <ac:chgData name="SERGIO ALEJANDRO D ANTONIO MACEIRAS" userId="37b38641-b999-4aca-8435-552cd1cad571" providerId="ADAL" clId="{8F25E2E6-5431-4ED9-A28C-D84E99AA5521}" dt="2023-01-31T10:06:42.587" v="662" actId="20577"/>
          <ac:spMkLst>
            <pc:docMk/>
            <pc:sldMk cId="3155473002" sldId="285"/>
            <ac:spMk id="7" creationId="{564BCDB8-77C5-4FFB-B332-E5EE25D3B4B4}"/>
          </ac:spMkLst>
        </pc:spChg>
        <pc:spChg chg="add mod">
          <ac:chgData name="SERGIO ALEJANDRO D ANTONIO MACEIRAS" userId="37b38641-b999-4aca-8435-552cd1cad571" providerId="ADAL" clId="{8F25E2E6-5431-4ED9-A28C-D84E99AA5521}" dt="2023-01-31T10:05:27.786" v="605" actId="27636"/>
          <ac:spMkLst>
            <pc:docMk/>
            <pc:sldMk cId="3155473002" sldId="285"/>
            <ac:spMk id="8" creationId="{197A87A6-3E36-45C5-AE61-EDBCCDFAB08D}"/>
          </ac:spMkLst>
        </pc:spChg>
        <pc:picChg chg="add mod">
          <ac:chgData name="SERGIO ALEJANDRO D ANTONIO MACEIRAS" userId="37b38641-b999-4aca-8435-552cd1cad571" providerId="ADAL" clId="{8F25E2E6-5431-4ED9-A28C-D84E99AA5521}" dt="2023-01-31T10:29:20.386" v="796" actId="1076"/>
          <ac:picMkLst>
            <pc:docMk/>
            <pc:sldMk cId="3155473002" sldId="285"/>
            <ac:picMk id="9" creationId="{F9132399-9EBA-475C-8344-19D9F9241364}"/>
          </ac:picMkLst>
        </pc:picChg>
      </pc:sldChg>
      <pc:sldChg chg="addSp delSp modSp add ord modNotesTx">
        <pc:chgData name="SERGIO ALEJANDRO D ANTONIO MACEIRAS" userId="37b38641-b999-4aca-8435-552cd1cad571" providerId="ADAL" clId="{8F25E2E6-5431-4ED9-A28C-D84E99AA5521}" dt="2023-01-31T11:08:22.821" v="1078" actId="14100"/>
        <pc:sldMkLst>
          <pc:docMk/>
          <pc:sldMk cId="1167708821" sldId="286"/>
        </pc:sldMkLst>
        <pc:spChg chg="mod">
          <ac:chgData name="SERGIO ALEJANDRO D ANTONIO MACEIRAS" userId="37b38641-b999-4aca-8435-552cd1cad571" providerId="ADAL" clId="{8F25E2E6-5431-4ED9-A28C-D84E99AA5521}" dt="2023-01-31T11:08:09.547" v="1077" actId="20577"/>
          <ac:spMkLst>
            <pc:docMk/>
            <pc:sldMk cId="1167708821" sldId="286"/>
            <ac:spMk id="2" creationId="{222D975F-0FBB-455F-8770-C2D97EA2EDA5}"/>
          </ac:spMkLst>
        </pc:spChg>
        <pc:spChg chg="del">
          <ac:chgData name="SERGIO ALEJANDRO D ANTONIO MACEIRAS" userId="37b38641-b999-4aca-8435-552cd1cad571" providerId="ADAL" clId="{8F25E2E6-5431-4ED9-A28C-D84E99AA5521}" dt="2023-01-31T11:01:52.837" v="948"/>
          <ac:spMkLst>
            <pc:docMk/>
            <pc:sldMk cId="1167708821" sldId="286"/>
            <ac:spMk id="3" creationId="{8C5832BF-77B1-4B68-A779-EC7F6B070E1E}"/>
          </ac:spMkLst>
        </pc:spChg>
        <pc:picChg chg="add mod">
          <ac:chgData name="SERGIO ALEJANDRO D ANTONIO MACEIRAS" userId="37b38641-b999-4aca-8435-552cd1cad571" providerId="ADAL" clId="{8F25E2E6-5431-4ED9-A28C-D84E99AA5521}" dt="2023-01-31T11:08:22.821" v="1078" actId="14100"/>
          <ac:picMkLst>
            <pc:docMk/>
            <pc:sldMk cId="1167708821" sldId="286"/>
            <ac:picMk id="7" creationId="{2A370759-8ABA-4DFE-BFCD-C889488100D6}"/>
          </ac:picMkLst>
        </pc:picChg>
      </pc:sldChg>
      <pc:sldChg chg="modSp add ord">
        <pc:chgData name="SERGIO ALEJANDRO D ANTONIO MACEIRAS" userId="37b38641-b999-4aca-8435-552cd1cad571" providerId="ADAL" clId="{8F25E2E6-5431-4ED9-A28C-D84E99AA5521}" dt="2023-01-31T10:52:06.666" v="929"/>
        <pc:sldMkLst>
          <pc:docMk/>
          <pc:sldMk cId="947386334" sldId="287"/>
        </pc:sldMkLst>
        <pc:spChg chg="mod">
          <ac:chgData name="SERGIO ALEJANDRO D ANTONIO MACEIRAS" userId="37b38641-b999-4aca-8435-552cd1cad571" providerId="ADAL" clId="{8F25E2E6-5431-4ED9-A28C-D84E99AA5521}" dt="2023-01-31T10:07:28.506" v="683" actId="20577"/>
          <ac:spMkLst>
            <pc:docMk/>
            <pc:sldMk cId="947386334" sldId="287"/>
            <ac:spMk id="6" creationId="{A1EF3709-BFB0-49B5-A5AD-024F74DE3A73}"/>
          </ac:spMkLst>
        </pc:spChg>
        <pc:spChg chg="mod">
          <ac:chgData name="SERGIO ALEJANDRO D ANTONIO MACEIRAS" userId="37b38641-b999-4aca-8435-552cd1cad571" providerId="ADAL" clId="{8F25E2E6-5431-4ED9-A28C-D84E99AA5521}" dt="2023-01-31T10:08:05.384" v="693" actId="20577"/>
          <ac:spMkLst>
            <pc:docMk/>
            <pc:sldMk cId="947386334" sldId="287"/>
            <ac:spMk id="7" creationId="{84D95D6E-9D8D-4AF9-BBD6-0E79C22AF122}"/>
          </ac:spMkLst>
        </pc:spChg>
      </pc:sldChg>
      <pc:sldChg chg="modSp add ord">
        <pc:chgData name="SERGIO ALEJANDRO D ANTONIO MACEIRAS" userId="37b38641-b999-4aca-8435-552cd1cad571" providerId="ADAL" clId="{8F25E2E6-5431-4ED9-A28C-D84E99AA5521}" dt="2023-01-31T13:03:27.931" v="1540"/>
        <pc:sldMkLst>
          <pc:docMk/>
          <pc:sldMk cId="2635539850" sldId="288"/>
        </pc:sldMkLst>
        <pc:spChg chg="mod">
          <ac:chgData name="SERGIO ALEJANDRO D ANTONIO MACEIRAS" userId="37b38641-b999-4aca-8435-552cd1cad571" providerId="ADAL" clId="{8F25E2E6-5431-4ED9-A28C-D84E99AA5521}" dt="2023-01-31T10:08:26.197" v="698" actId="20577"/>
          <ac:spMkLst>
            <pc:docMk/>
            <pc:sldMk cId="2635539850" sldId="288"/>
            <ac:spMk id="6" creationId="{A1EF3709-BFB0-49B5-A5AD-024F74DE3A73}"/>
          </ac:spMkLst>
        </pc:spChg>
        <pc:spChg chg="mod">
          <ac:chgData name="SERGIO ALEJANDRO D ANTONIO MACEIRAS" userId="37b38641-b999-4aca-8435-552cd1cad571" providerId="ADAL" clId="{8F25E2E6-5431-4ED9-A28C-D84E99AA5521}" dt="2023-01-31T10:08:30.111" v="699" actId="6549"/>
          <ac:spMkLst>
            <pc:docMk/>
            <pc:sldMk cId="2635539850" sldId="288"/>
            <ac:spMk id="7" creationId="{84D95D6E-9D8D-4AF9-BBD6-0E79C22AF122}"/>
          </ac:spMkLst>
        </pc:spChg>
      </pc:sldChg>
      <pc:sldChg chg="addSp modSp add">
        <pc:chgData name="SERGIO ALEJANDRO D ANTONIO MACEIRAS" userId="37b38641-b999-4aca-8435-552cd1cad571" providerId="ADAL" clId="{8F25E2E6-5431-4ED9-A28C-D84E99AA5521}" dt="2023-01-31T10:27:45.081" v="794" actId="14100"/>
        <pc:sldMkLst>
          <pc:docMk/>
          <pc:sldMk cId="4245174313" sldId="289"/>
        </pc:sldMkLst>
        <pc:spChg chg="mod">
          <ac:chgData name="SERGIO ALEJANDRO D ANTONIO MACEIRAS" userId="37b38641-b999-4aca-8435-552cd1cad571" providerId="ADAL" clId="{8F25E2E6-5431-4ED9-A28C-D84E99AA5521}" dt="2023-01-31T10:18:40.732" v="732" actId="20577"/>
          <ac:spMkLst>
            <pc:docMk/>
            <pc:sldMk cId="4245174313" sldId="289"/>
            <ac:spMk id="2" creationId="{F5DA4282-8A62-4A9D-90F4-4ADBF3BC3D22}"/>
          </ac:spMkLst>
        </pc:spChg>
        <pc:spChg chg="mod">
          <ac:chgData name="SERGIO ALEJANDRO D ANTONIO MACEIRAS" userId="37b38641-b999-4aca-8435-552cd1cad571" providerId="ADAL" clId="{8F25E2E6-5431-4ED9-A28C-D84E99AA5521}" dt="2023-01-31T10:27:45.081" v="794" actId="14100"/>
          <ac:spMkLst>
            <pc:docMk/>
            <pc:sldMk cId="4245174313" sldId="289"/>
            <ac:spMk id="3" creationId="{A42CA896-B040-4473-A5DF-DFBD4B339D6A}"/>
          </ac:spMkLst>
        </pc:spChg>
        <pc:graphicFrameChg chg="add mod modGraphic">
          <ac:chgData name="SERGIO ALEJANDRO D ANTONIO MACEIRAS" userId="37b38641-b999-4aca-8435-552cd1cad571" providerId="ADAL" clId="{8F25E2E6-5431-4ED9-A28C-D84E99AA5521}" dt="2023-01-31T10:24:17.935" v="777" actId="207"/>
          <ac:graphicFrameMkLst>
            <pc:docMk/>
            <pc:sldMk cId="4245174313" sldId="289"/>
            <ac:graphicFrameMk id="6" creationId="{243F199B-E54E-4060-9BEC-A10592A0C358}"/>
          </ac:graphicFrameMkLst>
        </pc:graphicFrameChg>
        <pc:graphicFrameChg chg="add mod modGraphic">
          <ac:chgData name="SERGIO ALEJANDRO D ANTONIO MACEIRAS" userId="37b38641-b999-4aca-8435-552cd1cad571" providerId="ADAL" clId="{8F25E2E6-5431-4ED9-A28C-D84E99AA5521}" dt="2023-01-31T10:24:43.281" v="781" actId="113"/>
          <ac:graphicFrameMkLst>
            <pc:docMk/>
            <pc:sldMk cId="4245174313" sldId="289"/>
            <ac:graphicFrameMk id="7" creationId="{C29C2C85-A528-4A01-8398-5792E36A1B9C}"/>
          </ac:graphicFrameMkLst>
        </pc:graphicFrameChg>
      </pc:sldChg>
      <pc:sldChg chg="addSp delSp modSp add delAnim modAnim modNotesTx">
        <pc:chgData name="SERGIO ALEJANDRO D ANTONIO MACEIRAS" userId="37b38641-b999-4aca-8435-552cd1cad571" providerId="ADAL" clId="{8F25E2E6-5431-4ED9-A28C-D84E99AA5521}" dt="2023-01-31T10:39:01.648" v="900" actId="113"/>
        <pc:sldMkLst>
          <pc:docMk/>
          <pc:sldMk cId="2078276602" sldId="290"/>
        </pc:sldMkLst>
        <pc:spChg chg="mod">
          <ac:chgData name="SERGIO ALEJANDRO D ANTONIO MACEIRAS" userId="37b38641-b999-4aca-8435-552cd1cad571" providerId="ADAL" clId="{8F25E2E6-5431-4ED9-A28C-D84E99AA5521}" dt="2023-01-31T10:27:14.028" v="791"/>
          <ac:spMkLst>
            <pc:docMk/>
            <pc:sldMk cId="2078276602" sldId="290"/>
            <ac:spMk id="2" creationId="{CF69E1C4-E7A8-455A-B516-BAFA37E551E2}"/>
          </ac:spMkLst>
        </pc:spChg>
        <pc:spChg chg="del">
          <ac:chgData name="SERGIO ALEJANDRO D ANTONIO MACEIRAS" userId="37b38641-b999-4aca-8435-552cd1cad571" providerId="ADAL" clId="{8F25E2E6-5431-4ED9-A28C-D84E99AA5521}" dt="2023-01-31T10:20:38.029" v="749" actId="478"/>
          <ac:spMkLst>
            <pc:docMk/>
            <pc:sldMk cId="2078276602" sldId="290"/>
            <ac:spMk id="3" creationId="{4B5B27A6-866A-434C-B523-BB931C9F6FEB}"/>
          </ac:spMkLst>
        </pc:spChg>
        <pc:graphicFrameChg chg="add del mod modGraphic">
          <ac:chgData name="SERGIO ALEJANDRO D ANTONIO MACEIRAS" userId="37b38641-b999-4aca-8435-552cd1cad571" providerId="ADAL" clId="{8F25E2E6-5431-4ED9-A28C-D84E99AA5521}" dt="2023-01-31T10:27:03.991" v="790" actId="478"/>
          <ac:graphicFrameMkLst>
            <pc:docMk/>
            <pc:sldMk cId="2078276602" sldId="290"/>
            <ac:graphicFrameMk id="6" creationId="{6DD29431-39A6-499A-96AD-6829ED3E2B4A}"/>
          </ac:graphicFrameMkLst>
        </pc:graphicFrameChg>
        <pc:graphicFrameChg chg="add mod modGraphic">
          <ac:chgData name="SERGIO ALEJANDRO D ANTONIO MACEIRAS" userId="37b38641-b999-4aca-8435-552cd1cad571" providerId="ADAL" clId="{8F25E2E6-5431-4ED9-A28C-D84E99AA5521}" dt="2023-01-31T10:38:16.865" v="898" actId="14734"/>
          <ac:graphicFrameMkLst>
            <pc:docMk/>
            <pc:sldMk cId="2078276602" sldId="290"/>
            <ac:graphicFrameMk id="7" creationId="{291DE8D0-3192-42F2-B21A-1431FCE67BB7}"/>
          </ac:graphicFrameMkLst>
        </pc:graphicFrameChg>
      </pc:sldChg>
      <pc:sldChg chg="modSp add del">
        <pc:chgData name="SERGIO ALEJANDRO D ANTONIO MACEIRAS" userId="37b38641-b999-4aca-8435-552cd1cad571" providerId="ADAL" clId="{8F25E2E6-5431-4ED9-A28C-D84E99AA5521}" dt="2023-01-31T10:52:02.263" v="928" actId="2696"/>
        <pc:sldMkLst>
          <pc:docMk/>
          <pc:sldMk cId="2811383061" sldId="291"/>
        </pc:sldMkLst>
        <pc:spChg chg="mod">
          <ac:chgData name="SERGIO ALEJANDRO D ANTONIO MACEIRAS" userId="37b38641-b999-4aca-8435-552cd1cad571" providerId="ADAL" clId="{8F25E2E6-5431-4ED9-A28C-D84E99AA5521}" dt="2023-01-31T10:20:16.994" v="748" actId="20577"/>
          <ac:spMkLst>
            <pc:docMk/>
            <pc:sldMk cId="2811383061" sldId="291"/>
            <ac:spMk id="3" creationId="{072A5A3A-7CEB-4D4F-9976-715AF47DD955}"/>
          </ac:spMkLst>
        </pc:spChg>
      </pc:sldChg>
      <pc:sldChg chg="addSp delSp modSp add del">
        <pc:chgData name="SERGIO ALEJANDRO D ANTONIO MACEIRAS" userId="37b38641-b999-4aca-8435-552cd1cad571" providerId="ADAL" clId="{8F25E2E6-5431-4ED9-A28C-D84E99AA5521}" dt="2023-01-31T11:13:21.238" v="1084" actId="2696"/>
        <pc:sldMkLst>
          <pc:docMk/>
          <pc:sldMk cId="3306521487" sldId="292"/>
        </pc:sldMkLst>
        <pc:spChg chg="mod">
          <ac:chgData name="SERGIO ALEJANDRO D ANTONIO MACEIRAS" userId="37b38641-b999-4aca-8435-552cd1cad571" providerId="ADAL" clId="{8F25E2E6-5431-4ED9-A28C-D84E99AA5521}" dt="2023-01-31T11:12:51.877" v="1081"/>
          <ac:spMkLst>
            <pc:docMk/>
            <pc:sldMk cId="3306521487" sldId="292"/>
            <ac:spMk id="3" creationId="{EC258BB6-A417-43C9-9382-02826DA603C6}"/>
          </ac:spMkLst>
        </pc:spChg>
        <pc:picChg chg="add del mod">
          <ac:chgData name="SERGIO ALEJANDRO D ANTONIO MACEIRAS" userId="37b38641-b999-4aca-8435-552cd1cad571" providerId="ADAL" clId="{8F25E2E6-5431-4ED9-A28C-D84E99AA5521}" dt="2023-01-31T11:12:30.540" v="1079" actId="478"/>
          <ac:picMkLst>
            <pc:docMk/>
            <pc:sldMk cId="3306521487" sldId="292"/>
            <ac:picMk id="6" creationId="{7E869170-2A54-4098-BB25-1735708B3625}"/>
          </ac:picMkLst>
        </pc:picChg>
        <pc:picChg chg="add del mod">
          <ac:chgData name="SERGIO ALEJANDRO D ANTONIO MACEIRAS" userId="37b38641-b999-4aca-8435-552cd1cad571" providerId="ADAL" clId="{8F25E2E6-5431-4ED9-A28C-D84E99AA5521}" dt="2023-01-31T11:05:25.205" v="975"/>
          <ac:picMkLst>
            <pc:docMk/>
            <pc:sldMk cId="3306521487" sldId="292"/>
            <ac:picMk id="8" creationId="{AD938F08-0850-42BA-93EB-D0A7D2BF8C4F}"/>
          </ac:picMkLst>
        </pc:picChg>
      </pc:sldChg>
      <pc:sldChg chg="modSp add">
        <pc:chgData name="SERGIO ALEJANDRO D ANTONIO MACEIRAS" userId="37b38641-b999-4aca-8435-552cd1cad571" providerId="ADAL" clId="{8F25E2E6-5431-4ED9-A28C-D84E99AA5521}" dt="2023-01-31T13:34:16.560" v="1619" actId="20577"/>
        <pc:sldMkLst>
          <pc:docMk/>
          <pc:sldMk cId="3226112402" sldId="293"/>
        </pc:sldMkLst>
        <pc:spChg chg="mod">
          <ac:chgData name="SERGIO ALEJANDRO D ANTONIO MACEIRAS" userId="37b38641-b999-4aca-8435-552cd1cad571" providerId="ADAL" clId="{8F25E2E6-5431-4ED9-A28C-D84E99AA5521}" dt="2023-01-31T10:51:33.362" v="927" actId="20577"/>
          <ac:spMkLst>
            <pc:docMk/>
            <pc:sldMk cId="3226112402" sldId="293"/>
            <ac:spMk id="2" creationId="{6C318A9B-C7A0-4DD8-8583-4B18680ADC15}"/>
          </ac:spMkLst>
        </pc:spChg>
        <pc:spChg chg="mod">
          <ac:chgData name="SERGIO ALEJANDRO D ANTONIO MACEIRAS" userId="37b38641-b999-4aca-8435-552cd1cad571" providerId="ADAL" clId="{8F25E2E6-5431-4ED9-A28C-D84E99AA5521}" dt="2023-01-31T13:34:16.560" v="1619" actId="20577"/>
          <ac:spMkLst>
            <pc:docMk/>
            <pc:sldMk cId="3226112402" sldId="293"/>
            <ac:spMk id="3" creationId="{0114E6D5-BE20-4D71-AD36-6B7F24D82999}"/>
          </ac:spMkLst>
        </pc:spChg>
      </pc:sldChg>
      <pc:sldChg chg="addSp delSp modSp add modNotesTx">
        <pc:chgData name="SERGIO ALEJANDRO D ANTONIO MACEIRAS" userId="37b38641-b999-4aca-8435-552cd1cad571" providerId="ADAL" clId="{8F25E2E6-5431-4ED9-A28C-D84E99AA5521}" dt="2023-01-31T11:13:18.620" v="1083" actId="20577"/>
        <pc:sldMkLst>
          <pc:docMk/>
          <pc:sldMk cId="1330554142" sldId="294"/>
        </pc:sldMkLst>
        <pc:spChg chg="del">
          <ac:chgData name="SERGIO ALEJANDRO D ANTONIO MACEIRAS" userId="37b38641-b999-4aca-8435-552cd1cad571" providerId="ADAL" clId="{8F25E2E6-5431-4ED9-A28C-D84E99AA5521}" dt="2023-01-31T11:03:43.796" v="952"/>
          <ac:spMkLst>
            <pc:docMk/>
            <pc:sldMk cId="1330554142" sldId="294"/>
            <ac:spMk id="2" creationId="{9CD1672C-0375-4FB2-A70E-C0F5AAC6C002}"/>
          </ac:spMkLst>
        </pc:spChg>
        <pc:spChg chg="del">
          <ac:chgData name="SERGIO ALEJANDRO D ANTONIO MACEIRAS" userId="37b38641-b999-4aca-8435-552cd1cad571" providerId="ADAL" clId="{8F25E2E6-5431-4ED9-A28C-D84E99AA5521}" dt="2023-01-31T11:03:43.796" v="952"/>
          <ac:spMkLst>
            <pc:docMk/>
            <pc:sldMk cId="1330554142" sldId="294"/>
            <ac:spMk id="3" creationId="{E8D34FE1-CB94-4C76-A0D4-ABE66679F9F9}"/>
          </ac:spMkLst>
        </pc:spChg>
        <pc:spChg chg="add del mod">
          <ac:chgData name="SERGIO ALEJANDRO D ANTONIO MACEIRAS" userId="37b38641-b999-4aca-8435-552cd1cad571" providerId="ADAL" clId="{8F25E2E6-5431-4ED9-A28C-D84E99AA5521}" dt="2023-01-31T11:03:58.064" v="956"/>
          <ac:spMkLst>
            <pc:docMk/>
            <pc:sldMk cId="1330554142" sldId="294"/>
            <ac:spMk id="6" creationId="{A4E8DD36-8F7F-4C3C-BD8B-E2ECCAF69F9A}"/>
          </ac:spMkLst>
        </pc:spChg>
        <pc:spChg chg="add del mod">
          <ac:chgData name="SERGIO ALEJANDRO D ANTONIO MACEIRAS" userId="37b38641-b999-4aca-8435-552cd1cad571" providerId="ADAL" clId="{8F25E2E6-5431-4ED9-A28C-D84E99AA5521}" dt="2023-01-31T11:03:48.721" v="954"/>
          <ac:spMkLst>
            <pc:docMk/>
            <pc:sldMk cId="1330554142" sldId="294"/>
            <ac:spMk id="7" creationId="{E750B007-2D62-448F-AA51-AD335F0CDB2A}"/>
          </ac:spMkLst>
        </pc:spChg>
        <pc:spChg chg="add del mod">
          <ac:chgData name="SERGIO ALEJANDRO D ANTONIO MACEIRAS" userId="37b38641-b999-4aca-8435-552cd1cad571" providerId="ADAL" clId="{8F25E2E6-5431-4ED9-A28C-D84E99AA5521}" dt="2023-01-31T11:03:47.897" v="953" actId="478"/>
          <ac:spMkLst>
            <pc:docMk/>
            <pc:sldMk cId="1330554142" sldId="294"/>
            <ac:spMk id="8" creationId="{432411B4-626C-4F3A-8BDC-EBA9DF7E7592}"/>
          </ac:spMkLst>
        </pc:spChg>
        <pc:spChg chg="add mod">
          <ac:chgData name="SERGIO ALEJANDRO D ANTONIO MACEIRAS" userId="37b38641-b999-4aca-8435-552cd1cad571" providerId="ADAL" clId="{8F25E2E6-5431-4ED9-A28C-D84E99AA5521}" dt="2023-01-31T11:07:53.731" v="1040" actId="313"/>
          <ac:spMkLst>
            <pc:docMk/>
            <pc:sldMk cId="1330554142" sldId="294"/>
            <ac:spMk id="11" creationId="{FB396634-6275-4BC0-A90D-895B7F3AADDD}"/>
          </ac:spMkLst>
        </pc:spChg>
        <pc:spChg chg="add del mod">
          <ac:chgData name="SERGIO ALEJANDRO D ANTONIO MACEIRAS" userId="37b38641-b999-4aca-8435-552cd1cad571" providerId="ADAL" clId="{8F25E2E6-5431-4ED9-A28C-D84E99AA5521}" dt="2023-01-31T11:04:23.367" v="961" actId="478"/>
          <ac:spMkLst>
            <pc:docMk/>
            <pc:sldMk cId="1330554142" sldId="294"/>
            <ac:spMk id="12" creationId="{4AFDAFE4-3354-49D0-AF54-EAF1AFDE5A90}"/>
          </ac:spMkLst>
        </pc:spChg>
        <pc:spChg chg="add mod">
          <ac:chgData name="SERGIO ALEJANDRO D ANTONIO MACEIRAS" userId="37b38641-b999-4aca-8435-552cd1cad571" providerId="ADAL" clId="{8F25E2E6-5431-4ED9-A28C-D84E99AA5521}" dt="2023-01-31T11:05:20.630" v="974" actId="20577"/>
          <ac:spMkLst>
            <pc:docMk/>
            <pc:sldMk cId="1330554142" sldId="294"/>
            <ac:spMk id="13" creationId="{6B57007B-BDF8-4F82-8885-414760EBA9A5}"/>
          </ac:spMkLst>
        </pc:spChg>
        <pc:picChg chg="add del mod">
          <ac:chgData name="SERGIO ALEJANDRO D ANTONIO MACEIRAS" userId="37b38641-b999-4aca-8435-552cd1cad571" providerId="ADAL" clId="{8F25E2E6-5431-4ED9-A28C-D84E99AA5521}" dt="2023-01-31T11:04:19.466" v="960"/>
          <ac:picMkLst>
            <pc:docMk/>
            <pc:sldMk cId="1330554142" sldId="294"/>
            <ac:picMk id="10" creationId="{DD53F643-719A-4454-BCE0-599A6FB78454}"/>
          </ac:picMkLst>
        </pc:picChg>
        <pc:picChg chg="add mod">
          <ac:chgData name="SERGIO ALEJANDRO D ANTONIO MACEIRAS" userId="37b38641-b999-4aca-8435-552cd1cad571" providerId="ADAL" clId="{8F25E2E6-5431-4ED9-A28C-D84E99AA5521}" dt="2023-01-31T11:04:37.106" v="964" actId="14100"/>
          <ac:picMkLst>
            <pc:docMk/>
            <pc:sldMk cId="1330554142" sldId="294"/>
            <ac:picMk id="14" creationId="{E1FA4ADA-A30E-410D-ADDB-68942AE19BF2}"/>
          </ac:picMkLst>
        </pc:picChg>
        <pc:picChg chg="add mod">
          <ac:chgData name="SERGIO ALEJANDRO D ANTONIO MACEIRAS" userId="37b38641-b999-4aca-8435-552cd1cad571" providerId="ADAL" clId="{8F25E2E6-5431-4ED9-A28C-D84E99AA5521}" dt="2023-01-31T11:05:33.533" v="977" actId="1076"/>
          <ac:picMkLst>
            <pc:docMk/>
            <pc:sldMk cId="1330554142" sldId="294"/>
            <ac:picMk id="15" creationId="{5708EB4C-B6A5-4378-B64B-CA47553D1D95}"/>
          </ac:picMkLst>
        </pc:picChg>
      </pc:sldChg>
      <pc:sldChg chg="addSp delSp modSp add">
        <pc:chgData name="SERGIO ALEJANDRO D ANTONIO MACEIRAS" userId="37b38641-b999-4aca-8435-552cd1cad571" providerId="ADAL" clId="{8F25E2E6-5431-4ED9-A28C-D84E99AA5521}" dt="2023-01-31T12:26:02.997" v="1112"/>
        <pc:sldMkLst>
          <pc:docMk/>
          <pc:sldMk cId="3123087994" sldId="295"/>
        </pc:sldMkLst>
        <pc:spChg chg="mod">
          <ac:chgData name="SERGIO ALEJANDRO D ANTONIO MACEIRAS" userId="37b38641-b999-4aca-8435-552cd1cad571" providerId="ADAL" clId="{8F25E2E6-5431-4ED9-A28C-D84E99AA5521}" dt="2023-01-31T11:14:12.261" v="1091"/>
          <ac:spMkLst>
            <pc:docMk/>
            <pc:sldMk cId="3123087994" sldId="295"/>
            <ac:spMk id="2" creationId="{3CFFC8AC-C614-4C51-AF5C-16BCA0535E61}"/>
          </ac:spMkLst>
        </pc:spChg>
        <pc:spChg chg="mod">
          <ac:chgData name="SERGIO ALEJANDRO D ANTONIO MACEIRAS" userId="37b38641-b999-4aca-8435-552cd1cad571" providerId="ADAL" clId="{8F25E2E6-5431-4ED9-A28C-D84E99AA5521}" dt="2023-01-31T12:25:24.455" v="1107" actId="14100"/>
          <ac:spMkLst>
            <pc:docMk/>
            <pc:sldMk cId="3123087994" sldId="295"/>
            <ac:spMk id="3" creationId="{F8C43C37-B8C0-412B-A7DD-A91254947424}"/>
          </ac:spMkLst>
        </pc:spChg>
        <pc:spChg chg="add del">
          <ac:chgData name="SERGIO ALEJANDRO D ANTONIO MACEIRAS" userId="37b38641-b999-4aca-8435-552cd1cad571" providerId="ADAL" clId="{8F25E2E6-5431-4ED9-A28C-D84E99AA5521}" dt="2023-01-31T12:26:02.997" v="1112"/>
          <ac:spMkLst>
            <pc:docMk/>
            <pc:sldMk cId="3123087994" sldId="295"/>
            <ac:spMk id="8" creationId="{01FCF2AD-8B84-4E7A-8D99-A63A2A51C949}"/>
          </ac:spMkLst>
        </pc:spChg>
        <pc:picChg chg="add mod">
          <ac:chgData name="SERGIO ALEJANDRO D ANTONIO MACEIRAS" userId="37b38641-b999-4aca-8435-552cd1cad571" providerId="ADAL" clId="{8F25E2E6-5431-4ED9-A28C-D84E99AA5521}" dt="2023-01-31T12:25:45.495" v="1110" actId="14100"/>
          <ac:picMkLst>
            <pc:docMk/>
            <pc:sldMk cId="3123087994" sldId="295"/>
            <ac:picMk id="7" creationId="{1E2120EF-C5E4-4EF5-8AF2-99C4F90217DB}"/>
          </ac:picMkLst>
        </pc:picChg>
      </pc:sldChg>
      <pc:sldChg chg="addSp delSp modSp add">
        <pc:chgData name="SERGIO ALEJANDRO D ANTONIO MACEIRAS" userId="37b38641-b999-4aca-8435-552cd1cad571" providerId="ADAL" clId="{8F25E2E6-5431-4ED9-A28C-D84E99AA5521}" dt="2023-01-31T12:28:13.528" v="1158"/>
        <pc:sldMkLst>
          <pc:docMk/>
          <pc:sldMk cId="1219595561" sldId="296"/>
        </pc:sldMkLst>
        <pc:spChg chg="mod">
          <ac:chgData name="SERGIO ALEJANDRO D ANTONIO MACEIRAS" userId="37b38641-b999-4aca-8435-552cd1cad571" providerId="ADAL" clId="{8F25E2E6-5431-4ED9-A28C-D84E99AA5521}" dt="2023-01-31T12:28:13.528" v="1158"/>
          <ac:spMkLst>
            <pc:docMk/>
            <pc:sldMk cId="1219595561" sldId="296"/>
            <ac:spMk id="2" creationId="{B2621346-A4E8-4365-BF8B-A607BD8A4725}"/>
          </ac:spMkLst>
        </pc:spChg>
        <pc:spChg chg="del">
          <ac:chgData name="SERGIO ALEJANDRO D ANTONIO MACEIRAS" userId="37b38641-b999-4aca-8435-552cd1cad571" providerId="ADAL" clId="{8F25E2E6-5431-4ED9-A28C-D84E99AA5521}" dt="2023-01-31T12:27:24.521" v="1114"/>
          <ac:spMkLst>
            <pc:docMk/>
            <pc:sldMk cId="1219595561" sldId="296"/>
            <ac:spMk id="3" creationId="{0857873A-E903-440D-A417-4F4F75349921}"/>
          </ac:spMkLst>
        </pc:spChg>
        <pc:picChg chg="add mod">
          <ac:chgData name="SERGIO ALEJANDRO D ANTONIO MACEIRAS" userId="37b38641-b999-4aca-8435-552cd1cad571" providerId="ADAL" clId="{8F25E2E6-5431-4ED9-A28C-D84E99AA5521}" dt="2023-01-31T12:27:51.823" v="1117" actId="1076"/>
          <ac:picMkLst>
            <pc:docMk/>
            <pc:sldMk cId="1219595561" sldId="296"/>
            <ac:picMk id="7" creationId="{9E1CB827-6F2F-472D-84E3-E4060569BC90}"/>
          </ac:picMkLst>
        </pc:picChg>
      </pc:sldChg>
      <pc:sldChg chg="addSp modSp add modNotesTx">
        <pc:chgData name="SERGIO ALEJANDRO D ANTONIO MACEIRAS" userId="37b38641-b999-4aca-8435-552cd1cad571" providerId="ADAL" clId="{8F25E2E6-5431-4ED9-A28C-D84E99AA5521}" dt="2023-01-31T12:33:23.592" v="1305" actId="20577"/>
        <pc:sldMkLst>
          <pc:docMk/>
          <pc:sldMk cId="4182909788" sldId="297"/>
        </pc:sldMkLst>
        <pc:spChg chg="mod">
          <ac:chgData name="SERGIO ALEJANDRO D ANTONIO MACEIRAS" userId="37b38641-b999-4aca-8435-552cd1cad571" providerId="ADAL" clId="{8F25E2E6-5431-4ED9-A28C-D84E99AA5521}" dt="2023-01-31T12:32:03.213" v="1276" actId="20577"/>
          <ac:spMkLst>
            <pc:docMk/>
            <pc:sldMk cId="4182909788" sldId="297"/>
            <ac:spMk id="2" creationId="{5A3235A5-D230-4ECD-A37C-D6C9ACE478C4}"/>
          </ac:spMkLst>
        </pc:spChg>
        <pc:spChg chg="mod">
          <ac:chgData name="SERGIO ALEJANDRO D ANTONIO MACEIRAS" userId="37b38641-b999-4aca-8435-552cd1cad571" providerId="ADAL" clId="{8F25E2E6-5431-4ED9-A28C-D84E99AA5521}" dt="2023-01-31T12:33:14.415" v="1304" actId="114"/>
          <ac:spMkLst>
            <pc:docMk/>
            <pc:sldMk cId="4182909788" sldId="297"/>
            <ac:spMk id="3" creationId="{866BFF86-92F3-4524-A3EE-9CEC2437D7CF}"/>
          </ac:spMkLst>
        </pc:spChg>
        <pc:picChg chg="add mod">
          <ac:chgData name="SERGIO ALEJANDRO D ANTONIO MACEIRAS" userId="37b38641-b999-4aca-8435-552cd1cad571" providerId="ADAL" clId="{8F25E2E6-5431-4ED9-A28C-D84E99AA5521}" dt="2023-01-31T12:32:26.014" v="1283" actId="14100"/>
          <ac:picMkLst>
            <pc:docMk/>
            <pc:sldMk cId="4182909788" sldId="297"/>
            <ac:picMk id="6" creationId="{C2176599-D7D8-41D3-9744-282489A3F10C}"/>
          </ac:picMkLst>
        </pc:picChg>
      </pc:sldChg>
      <pc:sldChg chg="modSp add ord">
        <pc:chgData name="SERGIO ALEJANDRO D ANTONIO MACEIRAS" userId="37b38641-b999-4aca-8435-552cd1cad571" providerId="ADAL" clId="{8F25E2E6-5431-4ED9-A28C-D84E99AA5521}" dt="2023-01-31T12:31:26.359" v="1215" actId="20577"/>
        <pc:sldMkLst>
          <pc:docMk/>
          <pc:sldMk cId="4144248770" sldId="298"/>
        </pc:sldMkLst>
        <pc:spChg chg="mod">
          <ac:chgData name="SERGIO ALEJANDRO D ANTONIO MACEIRAS" userId="37b38641-b999-4aca-8435-552cd1cad571" providerId="ADAL" clId="{8F25E2E6-5431-4ED9-A28C-D84E99AA5521}" dt="2023-01-31T12:29:03.489" v="1163"/>
          <ac:spMkLst>
            <pc:docMk/>
            <pc:sldMk cId="4144248770" sldId="298"/>
            <ac:spMk id="2" creationId="{E237246F-DC27-4D9F-9077-472D11C65A36}"/>
          </ac:spMkLst>
        </pc:spChg>
        <pc:spChg chg="mod">
          <ac:chgData name="SERGIO ALEJANDRO D ANTONIO MACEIRAS" userId="37b38641-b999-4aca-8435-552cd1cad571" providerId="ADAL" clId="{8F25E2E6-5431-4ED9-A28C-D84E99AA5521}" dt="2023-01-31T12:31:26.359" v="1215" actId="20577"/>
          <ac:spMkLst>
            <pc:docMk/>
            <pc:sldMk cId="4144248770" sldId="298"/>
            <ac:spMk id="3" creationId="{B055CB44-CD5B-4C70-8868-508D2D7828CA}"/>
          </ac:spMkLst>
        </pc:spChg>
      </pc:sldChg>
      <pc:sldChg chg="addSp delSp modSp add modNotesTx">
        <pc:chgData name="SERGIO ALEJANDRO D ANTONIO MACEIRAS" userId="37b38641-b999-4aca-8435-552cd1cad571" providerId="ADAL" clId="{8F25E2E6-5431-4ED9-A28C-D84E99AA5521}" dt="2023-01-31T12:55:22.626" v="1402" actId="313"/>
        <pc:sldMkLst>
          <pc:docMk/>
          <pc:sldMk cId="2128114840" sldId="299"/>
        </pc:sldMkLst>
        <pc:spChg chg="mod">
          <ac:chgData name="SERGIO ALEJANDRO D ANTONIO MACEIRAS" userId="37b38641-b999-4aca-8435-552cd1cad571" providerId="ADAL" clId="{8F25E2E6-5431-4ED9-A28C-D84E99AA5521}" dt="2023-01-31T12:55:22.626" v="1402" actId="313"/>
          <ac:spMkLst>
            <pc:docMk/>
            <pc:sldMk cId="2128114840" sldId="299"/>
            <ac:spMk id="2" creationId="{161084FB-B6E5-4C65-8D74-B6FCA1351BB2}"/>
          </ac:spMkLst>
        </pc:spChg>
        <pc:spChg chg="del">
          <ac:chgData name="SERGIO ALEJANDRO D ANTONIO MACEIRAS" userId="37b38641-b999-4aca-8435-552cd1cad571" providerId="ADAL" clId="{8F25E2E6-5431-4ED9-A28C-D84E99AA5521}" dt="2023-01-31T12:41:35.940" v="1307" actId="478"/>
          <ac:spMkLst>
            <pc:docMk/>
            <pc:sldMk cId="2128114840" sldId="299"/>
            <ac:spMk id="3" creationId="{668869FF-E43B-4026-809B-C6D294F1FA81}"/>
          </ac:spMkLst>
        </pc:spChg>
        <pc:graphicFrameChg chg="add del mod">
          <ac:chgData name="SERGIO ALEJANDRO D ANTONIO MACEIRAS" userId="37b38641-b999-4aca-8435-552cd1cad571" providerId="ADAL" clId="{8F25E2E6-5431-4ED9-A28C-D84E99AA5521}" dt="2023-01-31T12:41:39.971" v="1309" actId="478"/>
          <ac:graphicFrameMkLst>
            <pc:docMk/>
            <pc:sldMk cId="2128114840" sldId="299"/>
            <ac:graphicFrameMk id="6" creationId="{EAB22E2D-11F8-4E1A-8F41-A78390DA12E5}"/>
          </ac:graphicFrameMkLst>
        </pc:graphicFrameChg>
        <pc:graphicFrameChg chg="add del mod">
          <ac:chgData name="SERGIO ALEJANDRO D ANTONIO MACEIRAS" userId="37b38641-b999-4aca-8435-552cd1cad571" providerId="ADAL" clId="{8F25E2E6-5431-4ED9-A28C-D84E99AA5521}" dt="2023-01-31T12:48:25.360" v="1316" actId="478"/>
          <ac:graphicFrameMkLst>
            <pc:docMk/>
            <pc:sldMk cId="2128114840" sldId="299"/>
            <ac:graphicFrameMk id="7" creationId="{028C9777-7515-4130-BC59-B32F8474074E}"/>
          </ac:graphicFrameMkLst>
        </pc:graphicFrameChg>
        <pc:picChg chg="add mod">
          <ac:chgData name="SERGIO ALEJANDRO D ANTONIO MACEIRAS" userId="37b38641-b999-4aca-8435-552cd1cad571" providerId="ADAL" clId="{8F25E2E6-5431-4ED9-A28C-D84E99AA5521}" dt="2023-01-31T12:48:52.376" v="1320" actId="1076"/>
          <ac:picMkLst>
            <pc:docMk/>
            <pc:sldMk cId="2128114840" sldId="299"/>
            <ac:picMk id="9" creationId="{9ED1BEBC-2042-4659-BCF0-1A9175F047A3}"/>
          </ac:picMkLst>
        </pc:picChg>
      </pc:sldChg>
      <pc:sldChg chg="addSp delSp modSp add ord">
        <pc:chgData name="SERGIO ALEJANDRO D ANTONIO MACEIRAS" userId="37b38641-b999-4aca-8435-552cd1cad571" providerId="ADAL" clId="{8F25E2E6-5431-4ED9-A28C-D84E99AA5521}" dt="2023-01-31T13:33:24.953" v="1609" actId="14100"/>
        <pc:sldMkLst>
          <pc:docMk/>
          <pc:sldMk cId="2889204984" sldId="300"/>
        </pc:sldMkLst>
        <pc:spChg chg="mod">
          <ac:chgData name="SERGIO ALEJANDRO D ANTONIO MACEIRAS" userId="37b38641-b999-4aca-8435-552cd1cad571" providerId="ADAL" clId="{8F25E2E6-5431-4ED9-A28C-D84E99AA5521}" dt="2023-01-31T12:55:04.916" v="1355" actId="20577"/>
          <ac:spMkLst>
            <pc:docMk/>
            <pc:sldMk cId="2889204984" sldId="300"/>
            <ac:spMk id="2" creationId="{22C62894-E9EA-482E-8E73-754908B7C9E7}"/>
          </ac:spMkLst>
        </pc:spChg>
        <pc:spChg chg="del">
          <ac:chgData name="SERGIO ALEJANDRO D ANTONIO MACEIRAS" userId="37b38641-b999-4aca-8435-552cd1cad571" providerId="ADAL" clId="{8F25E2E6-5431-4ED9-A28C-D84E99AA5521}" dt="2023-01-31T13:32:46.211" v="1605"/>
          <ac:spMkLst>
            <pc:docMk/>
            <pc:sldMk cId="2889204984" sldId="300"/>
            <ac:spMk id="3" creationId="{9260C531-0D2A-4843-9C9F-E82805A43C05}"/>
          </ac:spMkLst>
        </pc:spChg>
        <pc:picChg chg="add mod">
          <ac:chgData name="SERGIO ALEJANDRO D ANTONIO MACEIRAS" userId="37b38641-b999-4aca-8435-552cd1cad571" providerId="ADAL" clId="{8F25E2E6-5431-4ED9-A28C-D84E99AA5521}" dt="2023-01-31T13:33:24.953" v="1609" actId="14100"/>
          <ac:picMkLst>
            <pc:docMk/>
            <pc:sldMk cId="2889204984" sldId="300"/>
            <ac:picMk id="7" creationId="{AC6A9809-B1F1-4005-83DE-6D9BD0B6D46E}"/>
          </ac:picMkLst>
        </pc:picChg>
      </pc:sldChg>
      <pc:sldChg chg="addSp delSp modSp add">
        <pc:chgData name="SERGIO ALEJANDRO D ANTONIO MACEIRAS" userId="37b38641-b999-4aca-8435-552cd1cad571" providerId="ADAL" clId="{8F25E2E6-5431-4ED9-A28C-D84E99AA5521}" dt="2023-01-31T12:53:50.384" v="1331" actId="1076"/>
        <pc:sldMkLst>
          <pc:docMk/>
          <pc:sldMk cId="2432486136" sldId="301"/>
        </pc:sldMkLst>
        <pc:spChg chg="mod">
          <ac:chgData name="SERGIO ALEJANDRO D ANTONIO MACEIRAS" userId="37b38641-b999-4aca-8435-552cd1cad571" providerId="ADAL" clId="{8F25E2E6-5431-4ED9-A28C-D84E99AA5521}" dt="2023-01-31T12:53:42.739" v="1330"/>
          <ac:spMkLst>
            <pc:docMk/>
            <pc:sldMk cId="2432486136" sldId="301"/>
            <ac:spMk id="2" creationId="{AA0EA563-9B4C-49F2-A996-5B2D806D1830}"/>
          </ac:spMkLst>
        </pc:spChg>
        <pc:spChg chg="del">
          <ac:chgData name="SERGIO ALEJANDRO D ANTONIO MACEIRAS" userId="37b38641-b999-4aca-8435-552cd1cad571" providerId="ADAL" clId="{8F25E2E6-5431-4ED9-A28C-D84E99AA5521}" dt="2023-01-31T12:53:17.548" v="1324" actId="478"/>
          <ac:spMkLst>
            <pc:docMk/>
            <pc:sldMk cId="2432486136" sldId="301"/>
            <ac:spMk id="3" creationId="{2CBCEF00-0A1F-4651-AA9D-722EE0D1C0C4}"/>
          </ac:spMkLst>
        </pc:spChg>
        <pc:picChg chg="add mod">
          <ac:chgData name="SERGIO ALEJANDRO D ANTONIO MACEIRAS" userId="37b38641-b999-4aca-8435-552cd1cad571" providerId="ADAL" clId="{8F25E2E6-5431-4ED9-A28C-D84E99AA5521}" dt="2023-01-31T12:53:50.384" v="1331" actId="1076"/>
          <ac:picMkLst>
            <pc:docMk/>
            <pc:sldMk cId="2432486136" sldId="301"/>
            <ac:picMk id="6" creationId="{5F3FE1FC-0B5C-4454-8970-22D37F2E9D15}"/>
          </ac:picMkLst>
        </pc:picChg>
      </pc:sldChg>
      <pc:sldChg chg="modSp add">
        <pc:chgData name="SERGIO ALEJANDRO D ANTONIO MACEIRAS" userId="37b38641-b999-4aca-8435-552cd1cad571" providerId="ADAL" clId="{8F25E2E6-5431-4ED9-A28C-D84E99AA5521}" dt="2023-01-31T12:58:22.555" v="1426" actId="113"/>
        <pc:sldMkLst>
          <pc:docMk/>
          <pc:sldMk cId="1164474570" sldId="302"/>
        </pc:sldMkLst>
        <pc:spChg chg="mod">
          <ac:chgData name="SERGIO ALEJANDRO D ANTONIO MACEIRAS" userId="37b38641-b999-4aca-8435-552cd1cad571" providerId="ADAL" clId="{8F25E2E6-5431-4ED9-A28C-D84E99AA5521}" dt="2023-01-31T12:54:51.730" v="1339" actId="20577"/>
          <ac:spMkLst>
            <pc:docMk/>
            <pc:sldMk cId="1164474570" sldId="302"/>
            <ac:spMk id="2" creationId="{50A48761-072E-481A-A155-2A8D9D3AA427}"/>
          </ac:spMkLst>
        </pc:spChg>
        <pc:spChg chg="mod">
          <ac:chgData name="SERGIO ALEJANDRO D ANTONIO MACEIRAS" userId="37b38641-b999-4aca-8435-552cd1cad571" providerId="ADAL" clId="{8F25E2E6-5431-4ED9-A28C-D84E99AA5521}" dt="2023-01-31T12:58:22.555" v="1426" actId="113"/>
          <ac:spMkLst>
            <pc:docMk/>
            <pc:sldMk cId="1164474570" sldId="302"/>
            <ac:spMk id="3" creationId="{6063960B-817A-4611-8D43-4BB490729398}"/>
          </ac:spMkLst>
        </pc:spChg>
      </pc:sldChg>
      <pc:sldChg chg="modSp add">
        <pc:chgData name="SERGIO ALEJANDRO D ANTONIO MACEIRAS" userId="37b38641-b999-4aca-8435-552cd1cad571" providerId="ADAL" clId="{8F25E2E6-5431-4ED9-A28C-D84E99AA5521}" dt="2023-01-31T12:59:36.652" v="1444"/>
        <pc:sldMkLst>
          <pc:docMk/>
          <pc:sldMk cId="474646446" sldId="303"/>
        </pc:sldMkLst>
        <pc:spChg chg="mod">
          <ac:chgData name="SERGIO ALEJANDRO D ANTONIO MACEIRAS" userId="37b38641-b999-4aca-8435-552cd1cad571" providerId="ADAL" clId="{8F25E2E6-5431-4ED9-A28C-D84E99AA5521}" dt="2023-01-31T12:59:36.652" v="1444"/>
          <ac:spMkLst>
            <pc:docMk/>
            <pc:sldMk cId="474646446" sldId="303"/>
            <ac:spMk id="2" creationId="{305F212F-4941-4DCD-84BE-7C200BB48B34}"/>
          </ac:spMkLst>
        </pc:spChg>
        <pc:spChg chg="mod">
          <ac:chgData name="SERGIO ALEJANDRO D ANTONIO MACEIRAS" userId="37b38641-b999-4aca-8435-552cd1cad571" providerId="ADAL" clId="{8F25E2E6-5431-4ED9-A28C-D84E99AA5521}" dt="2023-01-31T12:58:59.355" v="1443"/>
          <ac:spMkLst>
            <pc:docMk/>
            <pc:sldMk cId="474646446" sldId="303"/>
            <ac:spMk id="3" creationId="{956819C5-7E28-400C-849A-145575B4148A}"/>
          </ac:spMkLst>
        </pc:spChg>
      </pc:sldChg>
      <pc:sldChg chg="modSp add">
        <pc:chgData name="SERGIO ALEJANDRO D ANTONIO MACEIRAS" userId="37b38641-b999-4aca-8435-552cd1cad571" providerId="ADAL" clId="{8F25E2E6-5431-4ED9-A28C-D84E99AA5521}" dt="2023-01-31T13:02:31.362" v="1535" actId="27636"/>
        <pc:sldMkLst>
          <pc:docMk/>
          <pc:sldMk cId="47502375" sldId="304"/>
        </pc:sldMkLst>
        <pc:spChg chg="mod">
          <ac:chgData name="SERGIO ALEJANDRO D ANTONIO MACEIRAS" userId="37b38641-b999-4aca-8435-552cd1cad571" providerId="ADAL" clId="{8F25E2E6-5431-4ED9-A28C-D84E99AA5521}" dt="2023-01-31T12:59:53.225" v="1447"/>
          <ac:spMkLst>
            <pc:docMk/>
            <pc:sldMk cId="47502375" sldId="304"/>
            <ac:spMk id="2" creationId="{2D30262A-997A-446C-A333-D1745B3FAF36}"/>
          </ac:spMkLst>
        </pc:spChg>
        <pc:spChg chg="mod">
          <ac:chgData name="SERGIO ALEJANDRO D ANTONIO MACEIRAS" userId="37b38641-b999-4aca-8435-552cd1cad571" providerId="ADAL" clId="{8F25E2E6-5431-4ED9-A28C-D84E99AA5521}" dt="2023-01-31T13:02:31.362" v="1535" actId="27636"/>
          <ac:spMkLst>
            <pc:docMk/>
            <pc:sldMk cId="47502375" sldId="304"/>
            <ac:spMk id="3" creationId="{855DC2DF-6594-489B-88F6-D17E2E179A08}"/>
          </ac:spMkLst>
        </pc:spChg>
      </pc:sldChg>
      <pc:sldChg chg="modSp add">
        <pc:chgData name="SERGIO ALEJANDRO D ANTONIO MACEIRAS" userId="37b38641-b999-4aca-8435-552cd1cad571" providerId="ADAL" clId="{8F25E2E6-5431-4ED9-A28C-D84E99AA5521}" dt="2023-01-31T13:03:08.241" v="1539" actId="113"/>
        <pc:sldMkLst>
          <pc:docMk/>
          <pc:sldMk cId="2615730738" sldId="305"/>
        </pc:sldMkLst>
        <pc:spChg chg="mod">
          <ac:chgData name="SERGIO ALEJANDRO D ANTONIO MACEIRAS" userId="37b38641-b999-4aca-8435-552cd1cad571" providerId="ADAL" clId="{8F25E2E6-5431-4ED9-A28C-D84E99AA5521}" dt="2023-01-31T13:00:41.264" v="1456" actId="14100"/>
          <ac:spMkLst>
            <pc:docMk/>
            <pc:sldMk cId="2615730738" sldId="305"/>
            <ac:spMk id="2" creationId="{4EC7FB66-9098-4BC1-8F11-14E9BABBA8FD}"/>
          </ac:spMkLst>
        </pc:spChg>
        <pc:spChg chg="mod">
          <ac:chgData name="SERGIO ALEJANDRO D ANTONIO MACEIRAS" userId="37b38641-b999-4aca-8435-552cd1cad571" providerId="ADAL" clId="{8F25E2E6-5431-4ED9-A28C-D84E99AA5521}" dt="2023-01-31T13:03:08.241" v="1539" actId="113"/>
          <ac:spMkLst>
            <pc:docMk/>
            <pc:sldMk cId="2615730738" sldId="305"/>
            <ac:spMk id="3" creationId="{434DFBA0-0BD0-45A6-BF3E-B7E7802D8517}"/>
          </ac:spMkLst>
        </pc:spChg>
      </pc:sldChg>
      <pc:sldChg chg="addSp modSp add">
        <pc:chgData name="SERGIO ALEJANDRO D ANTONIO MACEIRAS" userId="37b38641-b999-4aca-8435-552cd1cad571" providerId="ADAL" clId="{8F25E2E6-5431-4ED9-A28C-D84E99AA5521}" dt="2023-01-31T13:02:15.106" v="1533" actId="27636"/>
        <pc:sldMkLst>
          <pc:docMk/>
          <pc:sldMk cId="3939506950" sldId="306"/>
        </pc:sldMkLst>
        <pc:spChg chg="mod">
          <ac:chgData name="SERGIO ALEJANDRO D ANTONIO MACEIRAS" userId="37b38641-b999-4aca-8435-552cd1cad571" providerId="ADAL" clId="{8F25E2E6-5431-4ED9-A28C-D84E99AA5521}" dt="2023-01-31T13:01:45.890" v="1519" actId="20577"/>
          <ac:spMkLst>
            <pc:docMk/>
            <pc:sldMk cId="3939506950" sldId="306"/>
            <ac:spMk id="2" creationId="{4F9E7C4B-F88C-499E-9B61-4B524BB57626}"/>
          </ac:spMkLst>
        </pc:spChg>
        <pc:spChg chg="mod">
          <ac:chgData name="SERGIO ALEJANDRO D ANTONIO MACEIRAS" userId="37b38641-b999-4aca-8435-552cd1cad571" providerId="ADAL" clId="{8F25E2E6-5431-4ED9-A28C-D84E99AA5521}" dt="2023-01-31T13:02:15.106" v="1533" actId="27636"/>
          <ac:spMkLst>
            <pc:docMk/>
            <pc:sldMk cId="3939506950" sldId="306"/>
            <ac:spMk id="3" creationId="{5F365B62-A80E-456C-A7EB-9FEF33412EBD}"/>
          </ac:spMkLst>
        </pc:spChg>
        <pc:picChg chg="add mod">
          <ac:chgData name="SERGIO ALEJANDRO D ANTONIO MACEIRAS" userId="37b38641-b999-4aca-8435-552cd1cad571" providerId="ADAL" clId="{8F25E2E6-5431-4ED9-A28C-D84E99AA5521}" dt="2023-01-31T13:01:33.329" v="1478" actId="1076"/>
          <ac:picMkLst>
            <pc:docMk/>
            <pc:sldMk cId="3939506950" sldId="306"/>
            <ac:picMk id="6" creationId="{A9DE2F2C-6D7E-4732-81DD-09CC0F9B9143}"/>
          </ac:picMkLst>
        </pc:picChg>
      </pc:sldChg>
      <pc:sldChg chg="addSp delSp modSp add modNotesTx">
        <pc:chgData name="SERGIO ALEJANDRO D ANTONIO MACEIRAS" userId="37b38641-b999-4aca-8435-552cd1cad571" providerId="ADAL" clId="{8F25E2E6-5431-4ED9-A28C-D84E99AA5521}" dt="2023-01-31T13:37:09.722" v="1640" actId="20577"/>
        <pc:sldMkLst>
          <pc:docMk/>
          <pc:sldMk cId="1039969128" sldId="307"/>
        </pc:sldMkLst>
        <pc:spChg chg="mod">
          <ac:chgData name="SERGIO ALEJANDRO D ANTONIO MACEIRAS" userId="37b38641-b999-4aca-8435-552cd1cad571" providerId="ADAL" clId="{8F25E2E6-5431-4ED9-A28C-D84E99AA5521}" dt="2023-01-31T13:35:44.758" v="1632"/>
          <ac:spMkLst>
            <pc:docMk/>
            <pc:sldMk cId="1039969128" sldId="307"/>
            <ac:spMk id="2" creationId="{6367BAFE-C726-47B3-97B0-B08720730C00}"/>
          </ac:spMkLst>
        </pc:spChg>
        <pc:spChg chg="del">
          <ac:chgData name="SERGIO ALEJANDRO D ANTONIO MACEIRAS" userId="37b38641-b999-4aca-8435-552cd1cad571" providerId="ADAL" clId="{8F25E2E6-5431-4ED9-A28C-D84E99AA5521}" dt="2023-01-31T13:35:15.631" v="1627" actId="478"/>
          <ac:spMkLst>
            <pc:docMk/>
            <pc:sldMk cId="1039969128" sldId="307"/>
            <ac:spMk id="3" creationId="{C67985DD-8321-418A-AB34-76D5FB2AD305}"/>
          </ac:spMkLst>
        </pc:spChg>
        <pc:picChg chg="add mod">
          <ac:chgData name="SERGIO ALEJANDRO D ANTONIO MACEIRAS" userId="37b38641-b999-4aca-8435-552cd1cad571" providerId="ADAL" clId="{8F25E2E6-5431-4ED9-A28C-D84E99AA5521}" dt="2023-01-31T13:35:31.010" v="1631" actId="14100"/>
          <ac:picMkLst>
            <pc:docMk/>
            <pc:sldMk cId="1039969128" sldId="307"/>
            <ac:picMk id="6" creationId="{71957B48-2484-4235-9CF6-0F62C9560E10}"/>
          </ac:picMkLst>
        </pc:picChg>
      </pc:sldChg>
      <pc:sldChg chg="addSp delSp modSp add del">
        <pc:chgData name="SERGIO ALEJANDRO D ANTONIO MACEIRAS" userId="37b38641-b999-4aca-8435-552cd1cad571" providerId="ADAL" clId="{8F25E2E6-5431-4ED9-A28C-D84E99AA5521}" dt="2023-01-31T13:34:50.023" v="1625" actId="2696"/>
        <pc:sldMkLst>
          <pc:docMk/>
          <pc:sldMk cId="1928339587" sldId="307"/>
        </pc:sldMkLst>
        <pc:spChg chg="del">
          <ac:chgData name="SERGIO ALEJANDRO D ANTONIO MACEIRAS" userId="37b38641-b999-4aca-8435-552cd1cad571" providerId="ADAL" clId="{8F25E2E6-5431-4ED9-A28C-D84E99AA5521}" dt="2023-01-31T13:34:33.483" v="1620" actId="478"/>
          <ac:spMkLst>
            <pc:docMk/>
            <pc:sldMk cId="1928339587" sldId="307"/>
            <ac:spMk id="3" creationId="{13FF2E40-C270-4EAB-A4B1-E7CFBDCF10C8}"/>
          </ac:spMkLst>
        </pc:spChg>
        <pc:picChg chg="add del mod">
          <ac:chgData name="SERGIO ALEJANDRO D ANTONIO MACEIRAS" userId="37b38641-b999-4aca-8435-552cd1cad571" providerId="ADAL" clId="{8F25E2E6-5431-4ED9-A28C-D84E99AA5521}" dt="2023-01-31T13:34:47.479" v="1624"/>
          <ac:picMkLst>
            <pc:docMk/>
            <pc:sldMk cId="1928339587" sldId="307"/>
            <ac:picMk id="6" creationId="{C4149CE8-6B4E-40BC-A77F-72E9C32F92A1}"/>
          </ac:picMkLst>
        </pc:picChg>
      </pc:sldChg>
    </pc:docChg>
  </pc:docChgLst>
  <pc:docChgLst>
    <pc:chgData name="mariacelia.fernandez@upm.es" userId="S::mariacelia.fernandez@upm.es::ff1d2d77-e00e-4f1f-b75c-5920e0983781" providerId="AD" clId="Web-{2DD0408E-3D44-93CB-D415-8794399D70AC}"/>
    <pc:docChg chg="modSld">
      <pc:chgData name="mariacelia.fernandez@upm.es" userId="S::mariacelia.fernandez@upm.es::ff1d2d77-e00e-4f1f-b75c-5920e0983781" providerId="AD" clId="Web-{2DD0408E-3D44-93CB-D415-8794399D70AC}" dt="2023-02-01T14:28:28.591" v="0" actId="20577"/>
      <pc:docMkLst>
        <pc:docMk/>
      </pc:docMkLst>
      <pc:sldChg chg="modSp">
        <pc:chgData name="mariacelia.fernandez@upm.es" userId="S::mariacelia.fernandez@upm.es::ff1d2d77-e00e-4f1f-b75c-5920e0983781" providerId="AD" clId="Web-{2DD0408E-3D44-93CB-D415-8794399D70AC}" dt="2023-02-01T14:28:28.591" v="0" actId="20577"/>
        <pc:sldMkLst>
          <pc:docMk/>
          <pc:sldMk cId="452470911" sldId="269"/>
        </pc:sldMkLst>
        <pc:spChg chg="mod">
          <ac:chgData name="mariacelia.fernandez@upm.es" userId="S::mariacelia.fernandez@upm.es::ff1d2d77-e00e-4f1f-b75c-5920e0983781" providerId="AD" clId="Web-{2DD0408E-3D44-93CB-D415-8794399D70AC}" dt="2023-02-01T14:28:28.591" v="0" actId="20577"/>
          <ac:spMkLst>
            <pc:docMk/>
            <pc:sldMk cId="452470911" sldId="269"/>
            <ac:spMk id="3" creationId="{E6FE3ECE-1B9B-40E3-A6CA-36D92F3EFACB}"/>
          </ac:spMkLst>
        </pc:spChg>
      </pc:sldChg>
    </pc:docChg>
  </pc:docChgLst>
  <pc:docChgLst>
    <pc:chgData name="mariacelia.fernandez@upm.es" userId="S::mariacelia.fernandez@upm.es::ff1d2d77-e00e-4f1f-b75c-5920e0983781" providerId="AD" clId="Web-{0DA341FD-CC60-BBC1-8BB8-A87B981F168E}"/>
    <pc:docChg chg="modSld">
      <pc:chgData name="mariacelia.fernandez@upm.es" userId="S::mariacelia.fernandez@upm.es::ff1d2d77-e00e-4f1f-b75c-5920e0983781" providerId="AD" clId="Web-{0DA341FD-CC60-BBC1-8BB8-A87B981F168E}" dt="2023-01-31T14:09:48.140" v="24" actId="20577"/>
      <pc:docMkLst>
        <pc:docMk/>
      </pc:docMkLst>
      <pc:sldChg chg="modSp">
        <pc:chgData name="mariacelia.fernandez@upm.es" userId="S::mariacelia.fernandez@upm.es::ff1d2d77-e00e-4f1f-b75c-5920e0983781" providerId="AD" clId="Web-{0DA341FD-CC60-BBC1-8BB8-A87B981F168E}" dt="2023-01-31T14:08:09.185" v="22" actId="20577"/>
        <pc:sldMkLst>
          <pc:docMk/>
          <pc:sldMk cId="3226112402" sldId="293"/>
        </pc:sldMkLst>
        <pc:spChg chg="mod">
          <ac:chgData name="mariacelia.fernandez@upm.es" userId="S::mariacelia.fernandez@upm.es::ff1d2d77-e00e-4f1f-b75c-5920e0983781" providerId="AD" clId="Web-{0DA341FD-CC60-BBC1-8BB8-A87B981F168E}" dt="2023-01-31T14:08:09.185" v="22" actId="20577"/>
          <ac:spMkLst>
            <pc:docMk/>
            <pc:sldMk cId="3226112402" sldId="293"/>
            <ac:spMk id="3" creationId="{0114E6D5-BE20-4D71-AD36-6B7F24D82999}"/>
          </ac:spMkLst>
        </pc:spChg>
      </pc:sldChg>
      <pc:sldChg chg="modSp">
        <pc:chgData name="mariacelia.fernandez@upm.es" userId="S::mariacelia.fernandez@upm.es::ff1d2d77-e00e-4f1f-b75c-5920e0983781" providerId="AD" clId="Web-{0DA341FD-CC60-BBC1-8BB8-A87B981F168E}" dt="2023-01-31T14:09:48.140" v="24" actId="20577"/>
        <pc:sldMkLst>
          <pc:docMk/>
          <pc:sldMk cId="1164474570" sldId="302"/>
        </pc:sldMkLst>
        <pc:spChg chg="mod">
          <ac:chgData name="mariacelia.fernandez@upm.es" userId="S::mariacelia.fernandez@upm.es::ff1d2d77-e00e-4f1f-b75c-5920e0983781" providerId="AD" clId="Web-{0DA341FD-CC60-BBC1-8BB8-A87B981F168E}" dt="2023-01-31T14:09:48.140" v="24" actId="20577"/>
          <ac:spMkLst>
            <pc:docMk/>
            <pc:sldMk cId="1164474570" sldId="302"/>
            <ac:spMk id="3" creationId="{6063960B-817A-4611-8D43-4BB49072939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05370A-273C-45DC-97B2-C3C159F12F26}" type="doc">
      <dgm:prSet loTypeId="urn:microsoft.com/office/officeart/2005/8/layout/hChevron3" loCatId="process" qsTypeId="urn:microsoft.com/office/officeart/2005/8/quickstyle/simple1" qsCatId="simple" csTypeId="urn:microsoft.com/office/officeart/2005/8/colors/accent6_3" csCatId="accent6" phldr="1"/>
      <dgm:spPr/>
    </dgm:pt>
    <dgm:pt modelId="{6304F871-4087-489D-88EF-D0E70A96D2C5}">
      <dgm:prSet phldrT="[Texto]" custT="1"/>
      <dgm:spPr/>
      <dgm:t>
        <a:bodyPr/>
        <a:lstStyle/>
        <a:p>
          <a:r>
            <a:rPr lang="es-ES" sz="2400" dirty="0">
              <a:latin typeface="Corbel" panose="020B0503020204020204" pitchFamily="34" charset="0"/>
            </a:rPr>
            <a:t>Mejor Ciencia</a:t>
          </a:r>
        </a:p>
      </dgm:t>
    </dgm:pt>
    <dgm:pt modelId="{45A2839A-B48A-41BB-B59A-28CFB3FFC4E3}" type="parTrans" cxnId="{C0C6ADCC-1212-4F8E-AF4C-A5BE0FC9EA48}">
      <dgm:prSet/>
      <dgm:spPr/>
      <dgm:t>
        <a:bodyPr/>
        <a:lstStyle/>
        <a:p>
          <a:endParaRPr lang="es-ES"/>
        </a:p>
      </dgm:t>
    </dgm:pt>
    <dgm:pt modelId="{D30B25A7-DE43-4169-A1CD-1DA7F3686948}" type="sibTrans" cxnId="{C0C6ADCC-1212-4F8E-AF4C-A5BE0FC9EA48}">
      <dgm:prSet/>
      <dgm:spPr/>
      <dgm:t>
        <a:bodyPr/>
        <a:lstStyle/>
        <a:p>
          <a:endParaRPr lang="es-ES"/>
        </a:p>
      </dgm:t>
    </dgm:pt>
    <dgm:pt modelId="{85D70630-1027-4147-B4D9-33F31AC93F44}">
      <dgm:prSet phldrT="[Texto]" custT="1"/>
      <dgm:spPr/>
      <dgm:t>
        <a:bodyPr/>
        <a:lstStyle/>
        <a:p>
          <a:r>
            <a:rPr lang="es-ES" sz="2400" dirty="0">
              <a:latin typeface="Corbel" panose="020B0503020204020204" pitchFamily="34" charset="0"/>
            </a:rPr>
            <a:t>Mejor tecnología</a:t>
          </a:r>
        </a:p>
      </dgm:t>
    </dgm:pt>
    <dgm:pt modelId="{975E123A-D396-467A-8CD4-3D77E389FD99}" type="parTrans" cxnId="{313DFE25-9DB6-4F4F-B52E-5CCC10ABF2DE}">
      <dgm:prSet/>
      <dgm:spPr/>
      <dgm:t>
        <a:bodyPr/>
        <a:lstStyle/>
        <a:p>
          <a:endParaRPr lang="es-ES"/>
        </a:p>
      </dgm:t>
    </dgm:pt>
    <dgm:pt modelId="{053930CD-2D33-4B04-B134-EDCE7FFBE442}" type="sibTrans" cxnId="{313DFE25-9DB6-4F4F-B52E-5CCC10ABF2DE}">
      <dgm:prSet/>
      <dgm:spPr/>
      <dgm:t>
        <a:bodyPr/>
        <a:lstStyle/>
        <a:p>
          <a:endParaRPr lang="es-ES"/>
        </a:p>
      </dgm:t>
    </dgm:pt>
    <dgm:pt modelId="{EA6E1453-A0A2-4948-AC28-318E4B13023B}">
      <dgm:prSet phldrT="[Texto]" custT="1"/>
      <dgm:spPr/>
      <dgm:t>
        <a:bodyPr/>
        <a:lstStyle/>
        <a:p>
          <a:r>
            <a:rPr lang="es-ES" sz="2400" dirty="0">
              <a:latin typeface="Corbel" panose="020B0503020204020204" pitchFamily="34" charset="0"/>
            </a:rPr>
            <a:t>Mejor Sociedad</a:t>
          </a:r>
        </a:p>
      </dgm:t>
    </dgm:pt>
    <dgm:pt modelId="{0BA435B0-E712-498E-A732-36D670CA50BD}" type="parTrans" cxnId="{14A1188E-EE42-49D3-A422-FF192E0EEEB6}">
      <dgm:prSet/>
      <dgm:spPr/>
      <dgm:t>
        <a:bodyPr/>
        <a:lstStyle/>
        <a:p>
          <a:endParaRPr lang="es-ES"/>
        </a:p>
      </dgm:t>
    </dgm:pt>
    <dgm:pt modelId="{1C039F56-E830-4303-AED4-48293C96FDC8}" type="sibTrans" cxnId="{14A1188E-EE42-49D3-A422-FF192E0EEEB6}">
      <dgm:prSet/>
      <dgm:spPr/>
      <dgm:t>
        <a:bodyPr/>
        <a:lstStyle/>
        <a:p>
          <a:endParaRPr lang="es-ES"/>
        </a:p>
      </dgm:t>
    </dgm:pt>
    <dgm:pt modelId="{953DECDD-18C8-4703-889E-670AEB43168F}" type="pres">
      <dgm:prSet presAssocID="{3805370A-273C-45DC-97B2-C3C159F12F26}" presName="Name0" presStyleCnt="0">
        <dgm:presLayoutVars>
          <dgm:dir/>
          <dgm:resizeHandles val="exact"/>
        </dgm:presLayoutVars>
      </dgm:prSet>
      <dgm:spPr/>
    </dgm:pt>
    <dgm:pt modelId="{FFE837A7-F698-4781-A89B-316D20D8F2FE}" type="pres">
      <dgm:prSet presAssocID="{6304F871-4087-489D-88EF-D0E70A96D2C5}" presName="parTxOnly" presStyleLbl="node1" presStyleIdx="0" presStyleCnt="3">
        <dgm:presLayoutVars>
          <dgm:bulletEnabled val="1"/>
        </dgm:presLayoutVars>
      </dgm:prSet>
      <dgm:spPr/>
      <dgm:t>
        <a:bodyPr/>
        <a:lstStyle/>
        <a:p>
          <a:endParaRPr lang="es-ES"/>
        </a:p>
      </dgm:t>
    </dgm:pt>
    <dgm:pt modelId="{5279C12A-531E-44C8-89AA-424584013193}" type="pres">
      <dgm:prSet presAssocID="{D30B25A7-DE43-4169-A1CD-1DA7F3686948}" presName="parSpace" presStyleCnt="0"/>
      <dgm:spPr/>
    </dgm:pt>
    <dgm:pt modelId="{5E9D67CD-11B7-4060-9028-939B959F9ADD}" type="pres">
      <dgm:prSet presAssocID="{85D70630-1027-4147-B4D9-33F31AC93F44}" presName="parTxOnly" presStyleLbl="node1" presStyleIdx="1" presStyleCnt="3" custLinFactNeighborX="10616" custLinFactNeighborY="2084">
        <dgm:presLayoutVars>
          <dgm:bulletEnabled val="1"/>
        </dgm:presLayoutVars>
      </dgm:prSet>
      <dgm:spPr/>
      <dgm:t>
        <a:bodyPr/>
        <a:lstStyle/>
        <a:p>
          <a:endParaRPr lang="es-ES"/>
        </a:p>
      </dgm:t>
    </dgm:pt>
    <dgm:pt modelId="{53544B1B-F47B-4268-BB71-2C4A93082413}" type="pres">
      <dgm:prSet presAssocID="{053930CD-2D33-4B04-B134-EDCE7FFBE442}" presName="parSpace" presStyleCnt="0"/>
      <dgm:spPr/>
    </dgm:pt>
    <dgm:pt modelId="{3E463ADA-7223-4421-892A-D9CA6AE43A5D}" type="pres">
      <dgm:prSet presAssocID="{EA6E1453-A0A2-4948-AC28-318E4B13023B}" presName="parTxOnly" presStyleLbl="node1" presStyleIdx="2" presStyleCnt="3">
        <dgm:presLayoutVars>
          <dgm:bulletEnabled val="1"/>
        </dgm:presLayoutVars>
      </dgm:prSet>
      <dgm:spPr/>
      <dgm:t>
        <a:bodyPr/>
        <a:lstStyle/>
        <a:p>
          <a:endParaRPr lang="es-ES"/>
        </a:p>
      </dgm:t>
    </dgm:pt>
  </dgm:ptLst>
  <dgm:cxnLst>
    <dgm:cxn modelId="{CE563439-1CC4-47BB-AEF7-B5E08EB542F8}" type="presOf" srcId="{6304F871-4087-489D-88EF-D0E70A96D2C5}" destId="{FFE837A7-F698-4781-A89B-316D20D8F2FE}" srcOrd="0" destOrd="0" presId="urn:microsoft.com/office/officeart/2005/8/layout/hChevron3"/>
    <dgm:cxn modelId="{C0C6ADCC-1212-4F8E-AF4C-A5BE0FC9EA48}" srcId="{3805370A-273C-45DC-97B2-C3C159F12F26}" destId="{6304F871-4087-489D-88EF-D0E70A96D2C5}" srcOrd="0" destOrd="0" parTransId="{45A2839A-B48A-41BB-B59A-28CFB3FFC4E3}" sibTransId="{D30B25A7-DE43-4169-A1CD-1DA7F3686948}"/>
    <dgm:cxn modelId="{14A1188E-EE42-49D3-A422-FF192E0EEEB6}" srcId="{3805370A-273C-45DC-97B2-C3C159F12F26}" destId="{EA6E1453-A0A2-4948-AC28-318E4B13023B}" srcOrd="2" destOrd="0" parTransId="{0BA435B0-E712-498E-A732-36D670CA50BD}" sibTransId="{1C039F56-E830-4303-AED4-48293C96FDC8}"/>
    <dgm:cxn modelId="{197982F8-1071-4BE3-80ED-35F09C953904}" type="presOf" srcId="{EA6E1453-A0A2-4948-AC28-318E4B13023B}" destId="{3E463ADA-7223-4421-892A-D9CA6AE43A5D}" srcOrd="0" destOrd="0" presId="urn:microsoft.com/office/officeart/2005/8/layout/hChevron3"/>
    <dgm:cxn modelId="{3A2A0066-C7BF-4B40-A750-7CE1EB6434A8}" type="presOf" srcId="{85D70630-1027-4147-B4D9-33F31AC93F44}" destId="{5E9D67CD-11B7-4060-9028-939B959F9ADD}" srcOrd="0" destOrd="0" presId="urn:microsoft.com/office/officeart/2005/8/layout/hChevron3"/>
    <dgm:cxn modelId="{05667A80-9D4F-4111-8DED-7C69750BC837}" type="presOf" srcId="{3805370A-273C-45DC-97B2-C3C159F12F26}" destId="{953DECDD-18C8-4703-889E-670AEB43168F}" srcOrd="0" destOrd="0" presId="urn:microsoft.com/office/officeart/2005/8/layout/hChevron3"/>
    <dgm:cxn modelId="{313DFE25-9DB6-4F4F-B52E-5CCC10ABF2DE}" srcId="{3805370A-273C-45DC-97B2-C3C159F12F26}" destId="{85D70630-1027-4147-B4D9-33F31AC93F44}" srcOrd="1" destOrd="0" parTransId="{975E123A-D396-467A-8CD4-3D77E389FD99}" sibTransId="{053930CD-2D33-4B04-B134-EDCE7FFBE442}"/>
    <dgm:cxn modelId="{59FCD567-D78A-4F4F-BE34-6812B8B147DD}" type="presParOf" srcId="{953DECDD-18C8-4703-889E-670AEB43168F}" destId="{FFE837A7-F698-4781-A89B-316D20D8F2FE}" srcOrd="0" destOrd="0" presId="urn:microsoft.com/office/officeart/2005/8/layout/hChevron3"/>
    <dgm:cxn modelId="{C8E04B0D-57D6-4B20-969D-7835BDC98BD5}" type="presParOf" srcId="{953DECDD-18C8-4703-889E-670AEB43168F}" destId="{5279C12A-531E-44C8-89AA-424584013193}" srcOrd="1" destOrd="0" presId="urn:microsoft.com/office/officeart/2005/8/layout/hChevron3"/>
    <dgm:cxn modelId="{B9D38EA2-B812-4FE0-B0E6-F59E4282DEBA}" type="presParOf" srcId="{953DECDD-18C8-4703-889E-670AEB43168F}" destId="{5E9D67CD-11B7-4060-9028-939B959F9ADD}" srcOrd="2" destOrd="0" presId="urn:microsoft.com/office/officeart/2005/8/layout/hChevron3"/>
    <dgm:cxn modelId="{B3C71F8F-C01F-44DD-96C3-A131CEEBDB6E}" type="presParOf" srcId="{953DECDD-18C8-4703-889E-670AEB43168F}" destId="{53544B1B-F47B-4268-BB71-2C4A93082413}" srcOrd="3" destOrd="0" presId="urn:microsoft.com/office/officeart/2005/8/layout/hChevron3"/>
    <dgm:cxn modelId="{68E5393D-0255-422D-BFC0-31865423A178}" type="presParOf" srcId="{953DECDD-18C8-4703-889E-670AEB43168F}" destId="{3E463ADA-7223-4421-892A-D9CA6AE43A5D}" srcOrd="4"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59DED8-241C-40AF-9443-10CCAD017BBF}" type="doc">
      <dgm:prSet loTypeId="urn:microsoft.com/office/officeart/2005/8/layout/chevron1" loCatId="process" qsTypeId="urn:microsoft.com/office/officeart/2005/8/quickstyle/simple1" qsCatId="simple" csTypeId="urn:microsoft.com/office/officeart/2005/8/colors/accent1_2" csCatId="accent1" phldr="1"/>
      <dgm:spPr/>
    </dgm:pt>
    <dgm:pt modelId="{08C5DCA0-03C7-4C49-ACC9-1DA17FBA4367}">
      <dgm:prSet phldrT="[Texto]"/>
      <dgm:spPr>
        <a:solidFill>
          <a:srgbClr val="FF7628"/>
        </a:solidFill>
      </dgm:spPr>
      <dgm:t>
        <a:bodyPr/>
        <a:lstStyle/>
        <a:p>
          <a:r>
            <a:rPr lang="es-ES" dirty="0"/>
            <a:t>1784</a:t>
          </a:r>
        </a:p>
      </dgm:t>
    </dgm:pt>
    <dgm:pt modelId="{B73BE01D-F1E7-4241-961A-382E755685EA}" type="parTrans" cxnId="{FF0B06C8-6780-4420-A116-8410DAFD2709}">
      <dgm:prSet/>
      <dgm:spPr/>
      <dgm:t>
        <a:bodyPr/>
        <a:lstStyle/>
        <a:p>
          <a:endParaRPr lang="es-ES"/>
        </a:p>
      </dgm:t>
    </dgm:pt>
    <dgm:pt modelId="{6727032C-5ED2-4DAE-A7B4-2441D61A4E16}" type="sibTrans" cxnId="{FF0B06C8-6780-4420-A116-8410DAFD2709}">
      <dgm:prSet/>
      <dgm:spPr/>
      <dgm:t>
        <a:bodyPr/>
        <a:lstStyle/>
        <a:p>
          <a:endParaRPr lang="es-ES"/>
        </a:p>
      </dgm:t>
    </dgm:pt>
    <dgm:pt modelId="{79176602-9557-4236-ACDE-DA5252DC7E8C}">
      <dgm:prSet phldrT="[Texto]"/>
      <dgm:spPr>
        <a:solidFill>
          <a:srgbClr val="FFAD42"/>
        </a:solidFill>
      </dgm:spPr>
      <dgm:t>
        <a:bodyPr/>
        <a:lstStyle/>
        <a:p>
          <a:r>
            <a:rPr lang="es-ES" dirty="0"/>
            <a:t>1870</a:t>
          </a:r>
        </a:p>
      </dgm:t>
    </dgm:pt>
    <dgm:pt modelId="{741CC7BF-26EE-4E6B-B9AC-A63385D31E06}" type="parTrans" cxnId="{C9DAE86E-736D-4173-A1CC-E11B86A7B046}">
      <dgm:prSet/>
      <dgm:spPr/>
      <dgm:t>
        <a:bodyPr/>
        <a:lstStyle/>
        <a:p>
          <a:endParaRPr lang="es-ES"/>
        </a:p>
      </dgm:t>
    </dgm:pt>
    <dgm:pt modelId="{205D85EE-D8EF-4927-9D42-20F1DA587F29}" type="sibTrans" cxnId="{C9DAE86E-736D-4173-A1CC-E11B86A7B046}">
      <dgm:prSet/>
      <dgm:spPr/>
      <dgm:t>
        <a:bodyPr/>
        <a:lstStyle/>
        <a:p>
          <a:endParaRPr lang="es-ES"/>
        </a:p>
      </dgm:t>
    </dgm:pt>
    <dgm:pt modelId="{9F1439CE-F9A5-40F5-B30F-C2E9FE9BCC78}">
      <dgm:prSet phldrT="[Texto]"/>
      <dgm:spPr>
        <a:solidFill>
          <a:srgbClr val="0094AF"/>
        </a:solidFill>
      </dgm:spPr>
      <dgm:t>
        <a:bodyPr/>
        <a:lstStyle/>
        <a:p>
          <a:r>
            <a:rPr lang="es-ES" dirty="0"/>
            <a:t>1970</a:t>
          </a:r>
        </a:p>
      </dgm:t>
    </dgm:pt>
    <dgm:pt modelId="{5250B677-7EF4-441C-A8EE-9CF8C4468503}" type="parTrans" cxnId="{0241AEBD-7C79-49B9-BB2E-1259C650CA90}">
      <dgm:prSet/>
      <dgm:spPr/>
      <dgm:t>
        <a:bodyPr/>
        <a:lstStyle/>
        <a:p>
          <a:endParaRPr lang="es-ES"/>
        </a:p>
      </dgm:t>
    </dgm:pt>
    <dgm:pt modelId="{D4A64F03-998E-4A25-A078-E2262E3C8FA7}" type="sibTrans" cxnId="{0241AEBD-7C79-49B9-BB2E-1259C650CA90}">
      <dgm:prSet/>
      <dgm:spPr/>
      <dgm:t>
        <a:bodyPr/>
        <a:lstStyle/>
        <a:p>
          <a:endParaRPr lang="es-ES"/>
        </a:p>
      </dgm:t>
    </dgm:pt>
    <dgm:pt modelId="{0223162F-13E7-475B-8308-76A1D6F3B4FA}">
      <dgm:prSet phldrT="[Texto]"/>
      <dgm:spPr>
        <a:solidFill>
          <a:srgbClr val="005362"/>
        </a:solidFill>
      </dgm:spPr>
      <dgm:t>
        <a:bodyPr/>
        <a:lstStyle/>
        <a:p>
          <a:r>
            <a:rPr lang="es-ES" dirty="0"/>
            <a:t>2011</a:t>
          </a:r>
        </a:p>
      </dgm:t>
    </dgm:pt>
    <dgm:pt modelId="{C4A98299-993C-4CAD-9645-C2579AD50654}" type="parTrans" cxnId="{D6DB1A5C-21C1-4511-8B35-F339902269D3}">
      <dgm:prSet/>
      <dgm:spPr/>
      <dgm:t>
        <a:bodyPr/>
        <a:lstStyle/>
        <a:p>
          <a:endParaRPr lang="es-ES"/>
        </a:p>
      </dgm:t>
    </dgm:pt>
    <dgm:pt modelId="{30899C6D-5A34-4B43-B478-6957B9E2E559}" type="sibTrans" cxnId="{D6DB1A5C-21C1-4511-8B35-F339902269D3}">
      <dgm:prSet/>
      <dgm:spPr/>
      <dgm:t>
        <a:bodyPr/>
        <a:lstStyle/>
        <a:p>
          <a:endParaRPr lang="es-ES"/>
        </a:p>
      </dgm:t>
    </dgm:pt>
    <dgm:pt modelId="{E2F372D5-6161-44A4-AD4D-5CAE0F4CD4BD}" type="pres">
      <dgm:prSet presAssocID="{DD59DED8-241C-40AF-9443-10CCAD017BBF}" presName="Name0" presStyleCnt="0">
        <dgm:presLayoutVars>
          <dgm:dir/>
          <dgm:animLvl val="lvl"/>
          <dgm:resizeHandles val="exact"/>
        </dgm:presLayoutVars>
      </dgm:prSet>
      <dgm:spPr/>
    </dgm:pt>
    <dgm:pt modelId="{CF2A5B7D-375B-4F86-8CB2-746BF499D220}" type="pres">
      <dgm:prSet presAssocID="{08C5DCA0-03C7-4C49-ACC9-1DA17FBA4367}" presName="parTxOnly" presStyleLbl="node1" presStyleIdx="0" presStyleCnt="4">
        <dgm:presLayoutVars>
          <dgm:chMax val="0"/>
          <dgm:chPref val="0"/>
          <dgm:bulletEnabled val="1"/>
        </dgm:presLayoutVars>
      </dgm:prSet>
      <dgm:spPr/>
      <dgm:t>
        <a:bodyPr/>
        <a:lstStyle/>
        <a:p>
          <a:endParaRPr lang="es-ES"/>
        </a:p>
      </dgm:t>
    </dgm:pt>
    <dgm:pt modelId="{5BC31DA9-AB19-4A08-AFC4-96B2326ED9E0}" type="pres">
      <dgm:prSet presAssocID="{6727032C-5ED2-4DAE-A7B4-2441D61A4E16}" presName="parTxOnlySpace" presStyleCnt="0"/>
      <dgm:spPr/>
    </dgm:pt>
    <dgm:pt modelId="{2478DC35-FF16-4772-B406-D8ADDE01348E}" type="pres">
      <dgm:prSet presAssocID="{79176602-9557-4236-ACDE-DA5252DC7E8C}" presName="parTxOnly" presStyleLbl="node1" presStyleIdx="1" presStyleCnt="4">
        <dgm:presLayoutVars>
          <dgm:chMax val="0"/>
          <dgm:chPref val="0"/>
          <dgm:bulletEnabled val="1"/>
        </dgm:presLayoutVars>
      </dgm:prSet>
      <dgm:spPr/>
      <dgm:t>
        <a:bodyPr/>
        <a:lstStyle/>
        <a:p>
          <a:endParaRPr lang="es-ES"/>
        </a:p>
      </dgm:t>
    </dgm:pt>
    <dgm:pt modelId="{810D07EE-BA13-4EAB-B7BD-51F31D240B8C}" type="pres">
      <dgm:prSet presAssocID="{205D85EE-D8EF-4927-9D42-20F1DA587F29}" presName="parTxOnlySpace" presStyleCnt="0"/>
      <dgm:spPr/>
    </dgm:pt>
    <dgm:pt modelId="{A08D32D7-8F8F-47F9-8E9C-1D896F874D97}" type="pres">
      <dgm:prSet presAssocID="{9F1439CE-F9A5-40F5-B30F-C2E9FE9BCC78}" presName="parTxOnly" presStyleLbl="node1" presStyleIdx="2" presStyleCnt="4">
        <dgm:presLayoutVars>
          <dgm:chMax val="0"/>
          <dgm:chPref val="0"/>
          <dgm:bulletEnabled val="1"/>
        </dgm:presLayoutVars>
      </dgm:prSet>
      <dgm:spPr/>
      <dgm:t>
        <a:bodyPr/>
        <a:lstStyle/>
        <a:p>
          <a:endParaRPr lang="es-ES"/>
        </a:p>
      </dgm:t>
    </dgm:pt>
    <dgm:pt modelId="{E03FE9FF-8946-41B7-A4B0-6151AF0EBF4B}" type="pres">
      <dgm:prSet presAssocID="{D4A64F03-998E-4A25-A078-E2262E3C8FA7}" presName="parTxOnlySpace" presStyleCnt="0"/>
      <dgm:spPr/>
    </dgm:pt>
    <dgm:pt modelId="{D535687F-60B8-4C1B-89D2-6D1AF820726F}" type="pres">
      <dgm:prSet presAssocID="{0223162F-13E7-475B-8308-76A1D6F3B4FA}" presName="parTxOnly" presStyleLbl="node1" presStyleIdx="3" presStyleCnt="4">
        <dgm:presLayoutVars>
          <dgm:chMax val="0"/>
          <dgm:chPref val="0"/>
          <dgm:bulletEnabled val="1"/>
        </dgm:presLayoutVars>
      </dgm:prSet>
      <dgm:spPr/>
      <dgm:t>
        <a:bodyPr/>
        <a:lstStyle/>
        <a:p>
          <a:endParaRPr lang="es-ES"/>
        </a:p>
      </dgm:t>
    </dgm:pt>
  </dgm:ptLst>
  <dgm:cxnLst>
    <dgm:cxn modelId="{D6DB1A5C-21C1-4511-8B35-F339902269D3}" srcId="{DD59DED8-241C-40AF-9443-10CCAD017BBF}" destId="{0223162F-13E7-475B-8308-76A1D6F3B4FA}" srcOrd="3" destOrd="0" parTransId="{C4A98299-993C-4CAD-9645-C2579AD50654}" sibTransId="{30899C6D-5A34-4B43-B478-6957B9E2E559}"/>
    <dgm:cxn modelId="{FF0B06C8-6780-4420-A116-8410DAFD2709}" srcId="{DD59DED8-241C-40AF-9443-10CCAD017BBF}" destId="{08C5DCA0-03C7-4C49-ACC9-1DA17FBA4367}" srcOrd="0" destOrd="0" parTransId="{B73BE01D-F1E7-4241-961A-382E755685EA}" sibTransId="{6727032C-5ED2-4DAE-A7B4-2441D61A4E16}"/>
    <dgm:cxn modelId="{C46A6D83-332A-4D3E-B819-F7AD0A6A0965}" type="presOf" srcId="{08C5DCA0-03C7-4C49-ACC9-1DA17FBA4367}" destId="{CF2A5B7D-375B-4F86-8CB2-746BF499D220}" srcOrd="0" destOrd="0" presId="urn:microsoft.com/office/officeart/2005/8/layout/chevron1"/>
    <dgm:cxn modelId="{B3753DBC-C6D1-4447-8045-8A3FC76CB897}" type="presOf" srcId="{DD59DED8-241C-40AF-9443-10CCAD017BBF}" destId="{E2F372D5-6161-44A4-AD4D-5CAE0F4CD4BD}" srcOrd="0" destOrd="0" presId="urn:microsoft.com/office/officeart/2005/8/layout/chevron1"/>
    <dgm:cxn modelId="{C9DAE86E-736D-4173-A1CC-E11B86A7B046}" srcId="{DD59DED8-241C-40AF-9443-10CCAD017BBF}" destId="{79176602-9557-4236-ACDE-DA5252DC7E8C}" srcOrd="1" destOrd="0" parTransId="{741CC7BF-26EE-4E6B-B9AC-A63385D31E06}" sibTransId="{205D85EE-D8EF-4927-9D42-20F1DA587F29}"/>
    <dgm:cxn modelId="{9B911268-075E-411D-8BA6-5E350A4CA544}" type="presOf" srcId="{0223162F-13E7-475B-8308-76A1D6F3B4FA}" destId="{D535687F-60B8-4C1B-89D2-6D1AF820726F}" srcOrd="0" destOrd="0" presId="urn:microsoft.com/office/officeart/2005/8/layout/chevron1"/>
    <dgm:cxn modelId="{09B5DF1B-E01B-4CC5-B673-67B0AEE0EBA7}" type="presOf" srcId="{9F1439CE-F9A5-40F5-B30F-C2E9FE9BCC78}" destId="{A08D32D7-8F8F-47F9-8E9C-1D896F874D97}" srcOrd="0" destOrd="0" presId="urn:microsoft.com/office/officeart/2005/8/layout/chevron1"/>
    <dgm:cxn modelId="{4FCFE3AC-B010-4248-ACE9-F83F63AB4689}" type="presOf" srcId="{79176602-9557-4236-ACDE-DA5252DC7E8C}" destId="{2478DC35-FF16-4772-B406-D8ADDE01348E}" srcOrd="0" destOrd="0" presId="urn:microsoft.com/office/officeart/2005/8/layout/chevron1"/>
    <dgm:cxn modelId="{0241AEBD-7C79-49B9-BB2E-1259C650CA90}" srcId="{DD59DED8-241C-40AF-9443-10CCAD017BBF}" destId="{9F1439CE-F9A5-40F5-B30F-C2E9FE9BCC78}" srcOrd="2" destOrd="0" parTransId="{5250B677-7EF4-441C-A8EE-9CF8C4468503}" sibTransId="{D4A64F03-998E-4A25-A078-E2262E3C8FA7}"/>
    <dgm:cxn modelId="{A48E5325-32F4-44EF-8593-E0276FFC83DD}" type="presParOf" srcId="{E2F372D5-6161-44A4-AD4D-5CAE0F4CD4BD}" destId="{CF2A5B7D-375B-4F86-8CB2-746BF499D220}" srcOrd="0" destOrd="0" presId="urn:microsoft.com/office/officeart/2005/8/layout/chevron1"/>
    <dgm:cxn modelId="{4DB967CF-CB7D-416E-9A9C-E75ABE8D73B5}" type="presParOf" srcId="{E2F372D5-6161-44A4-AD4D-5CAE0F4CD4BD}" destId="{5BC31DA9-AB19-4A08-AFC4-96B2326ED9E0}" srcOrd="1" destOrd="0" presId="urn:microsoft.com/office/officeart/2005/8/layout/chevron1"/>
    <dgm:cxn modelId="{5F096E52-4BBE-45C6-994D-597346A84B90}" type="presParOf" srcId="{E2F372D5-6161-44A4-AD4D-5CAE0F4CD4BD}" destId="{2478DC35-FF16-4772-B406-D8ADDE01348E}" srcOrd="2" destOrd="0" presId="urn:microsoft.com/office/officeart/2005/8/layout/chevron1"/>
    <dgm:cxn modelId="{6E7C46F3-94FA-4617-A136-50633851EFF5}" type="presParOf" srcId="{E2F372D5-6161-44A4-AD4D-5CAE0F4CD4BD}" destId="{810D07EE-BA13-4EAB-B7BD-51F31D240B8C}" srcOrd="3" destOrd="0" presId="urn:microsoft.com/office/officeart/2005/8/layout/chevron1"/>
    <dgm:cxn modelId="{49FB2672-7A43-41B1-AEAD-ADC63D45C4F7}" type="presParOf" srcId="{E2F372D5-6161-44A4-AD4D-5CAE0F4CD4BD}" destId="{A08D32D7-8F8F-47F9-8E9C-1D896F874D97}" srcOrd="4" destOrd="0" presId="urn:microsoft.com/office/officeart/2005/8/layout/chevron1"/>
    <dgm:cxn modelId="{BDA564BE-8613-4908-BF6F-EA5971528E89}" type="presParOf" srcId="{E2F372D5-6161-44A4-AD4D-5CAE0F4CD4BD}" destId="{E03FE9FF-8946-41B7-A4B0-6151AF0EBF4B}" srcOrd="5" destOrd="0" presId="urn:microsoft.com/office/officeart/2005/8/layout/chevron1"/>
    <dgm:cxn modelId="{5B3438F9-CE4E-4C07-9166-4E7E6E7E26D5}" type="presParOf" srcId="{E2F372D5-6161-44A4-AD4D-5CAE0F4CD4BD}" destId="{D535687F-60B8-4C1B-89D2-6D1AF820726F}"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EE82FD-496D-45BA-8A6D-FEC99ACA6B83}" type="doc">
      <dgm:prSet loTypeId="urn:microsoft.com/office/officeart/2005/8/layout/cycle7" loCatId="cycle" qsTypeId="urn:microsoft.com/office/officeart/2005/8/quickstyle/simple1" qsCatId="simple" csTypeId="urn:microsoft.com/office/officeart/2005/8/colors/accent0_2" csCatId="mainScheme" phldr="1"/>
      <dgm:spPr/>
      <dgm:t>
        <a:bodyPr/>
        <a:lstStyle/>
        <a:p>
          <a:endParaRPr lang="es-ES"/>
        </a:p>
      </dgm:t>
    </dgm:pt>
    <dgm:pt modelId="{6B224273-B774-4218-BBE5-AA486B92A459}">
      <dgm:prSet phldrT="[Texto]" custT="1"/>
      <dgm:spPr>
        <a:solidFill>
          <a:srgbClr val="FD8B90"/>
        </a:solidFill>
      </dgm:spPr>
      <dgm:t>
        <a:bodyPr/>
        <a:lstStyle/>
        <a:p>
          <a:r>
            <a:rPr lang="es-ES" sz="2800" b="1" dirty="0">
              <a:latin typeface="Corbel" panose="020B0503020204020204" pitchFamily="34" charset="0"/>
            </a:rPr>
            <a:t>Informática</a:t>
          </a:r>
        </a:p>
      </dgm:t>
    </dgm:pt>
    <dgm:pt modelId="{A4DEC004-41CC-48F0-8E4E-D63A3E39A4A9}" type="parTrans" cxnId="{46252065-7765-465B-8796-3600092B69AC}">
      <dgm:prSet/>
      <dgm:spPr/>
      <dgm:t>
        <a:bodyPr/>
        <a:lstStyle/>
        <a:p>
          <a:endParaRPr lang="es-ES"/>
        </a:p>
      </dgm:t>
    </dgm:pt>
    <dgm:pt modelId="{1A64D099-E5D9-48DC-9651-18571197868A}" type="sibTrans" cxnId="{46252065-7765-465B-8796-3600092B69AC}">
      <dgm:prSet/>
      <dgm:spPr/>
      <dgm:t>
        <a:bodyPr/>
        <a:lstStyle/>
        <a:p>
          <a:endParaRPr lang="es-ES"/>
        </a:p>
      </dgm:t>
    </dgm:pt>
    <dgm:pt modelId="{31DA2B20-A24E-48B8-B1D5-6EA7E4A80299}">
      <dgm:prSet phldrT="[Texto]"/>
      <dgm:spPr>
        <a:solidFill>
          <a:srgbClr val="FFFF00"/>
        </a:solidFill>
      </dgm:spPr>
      <dgm:t>
        <a:bodyPr/>
        <a:lstStyle/>
        <a:p>
          <a:r>
            <a:rPr lang="es-ES" b="1" dirty="0">
              <a:solidFill>
                <a:schemeClr val="tx1"/>
              </a:solidFill>
            </a:rPr>
            <a:t>Sonido/Imagen</a:t>
          </a:r>
        </a:p>
      </dgm:t>
    </dgm:pt>
    <dgm:pt modelId="{9F74B425-29C6-4102-9F28-2142C9F290C4}" type="parTrans" cxnId="{2A3E657C-7FD5-40A1-9788-4108A421C501}">
      <dgm:prSet/>
      <dgm:spPr/>
      <dgm:t>
        <a:bodyPr/>
        <a:lstStyle/>
        <a:p>
          <a:endParaRPr lang="es-ES"/>
        </a:p>
      </dgm:t>
    </dgm:pt>
    <dgm:pt modelId="{51F56830-1B22-4CDB-AAA1-CFB117DEC160}" type="sibTrans" cxnId="{2A3E657C-7FD5-40A1-9788-4108A421C501}">
      <dgm:prSet/>
      <dgm:spPr/>
      <dgm:t>
        <a:bodyPr/>
        <a:lstStyle/>
        <a:p>
          <a:endParaRPr lang="es-ES"/>
        </a:p>
      </dgm:t>
    </dgm:pt>
    <dgm:pt modelId="{3810A469-1C2A-4B13-8171-1A08AC527BF2}">
      <dgm:prSet phldrT="[Texto]"/>
      <dgm:spPr>
        <a:solidFill>
          <a:srgbClr val="00B0F0"/>
        </a:solidFill>
      </dgm:spPr>
      <dgm:t>
        <a:bodyPr/>
        <a:lstStyle/>
        <a:p>
          <a:r>
            <a:rPr lang="es-ES" b="1" dirty="0">
              <a:solidFill>
                <a:schemeClr val="tx1"/>
              </a:solidFill>
            </a:rPr>
            <a:t>Telecomunicaciones</a:t>
          </a:r>
        </a:p>
      </dgm:t>
    </dgm:pt>
    <dgm:pt modelId="{4BB78AB5-87DF-4296-80F2-8BD33C0EA1DD}" type="parTrans" cxnId="{110B7408-5754-405C-8475-BC02CCB8F816}">
      <dgm:prSet/>
      <dgm:spPr/>
      <dgm:t>
        <a:bodyPr/>
        <a:lstStyle/>
        <a:p>
          <a:endParaRPr lang="es-ES"/>
        </a:p>
      </dgm:t>
    </dgm:pt>
    <dgm:pt modelId="{AD264A0B-7265-4586-9C8F-933C684BF508}" type="sibTrans" cxnId="{110B7408-5754-405C-8475-BC02CCB8F816}">
      <dgm:prSet/>
      <dgm:spPr/>
      <dgm:t>
        <a:bodyPr/>
        <a:lstStyle/>
        <a:p>
          <a:endParaRPr lang="es-ES" dirty="0"/>
        </a:p>
      </dgm:t>
    </dgm:pt>
    <dgm:pt modelId="{266C4AE9-7533-4DC9-A52C-E653CFBCE81E}" type="pres">
      <dgm:prSet presAssocID="{8FEE82FD-496D-45BA-8A6D-FEC99ACA6B83}" presName="Name0" presStyleCnt="0">
        <dgm:presLayoutVars>
          <dgm:dir/>
          <dgm:resizeHandles val="exact"/>
        </dgm:presLayoutVars>
      </dgm:prSet>
      <dgm:spPr/>
      <dgm:t>
        <a:bodyPr/>
        <a:lstStyle/>
        <a:p>
          <a:endParaRPr lang="es-ES"/>
        </a:p>
      </dgm:t>
    </dgm:pt>
    <dgm:pt modelId="{103E43A1-4B11-48DD-B6BC-B909C82998B9}" type="pres">
      <dgm:prSet presAssocID="{6B224273-B774-4218-BBE5-AA486B92A459}" presName="node" presStyleLbl="node1" presStyleIdx="0" presStyleCnt="3" custScaleX="106252" custScaleY="89125">
        <dgm:presLayoutVars>
          <dgm:bulletEnabled val="1"/>
        </dgm:presLayoutVars>
      </dgm:prSet>
      <dgm:spPr/>
      <dgm:t>
        <a:bodyPr/>
        <a:lstStyle/>
        <a:p>
          <a:endParaRPr lang="es-ES"/>
        </a:p>
      </dgm:t>
    </dgm:pt>
    <dgm:pt modelId="{40E41AA5-E505-473D-B9CF-5C8094C39E6C}" type="pres">
      <dgm:prSet presAssocID="{1A64D099-E5D9-48DC-9651-18571197868A}" presName="sibTrans" presStyleLbl="sibTrans2D1" presStyleIdx="0" presStyleCnt="3" custScaleX="127672" custLinFactNeighborX="28336" custLinFactNeighborY="-6211"/>
      <dgm:spPr/>
      <dgm:t>
        <a:bodyPr/>
        <a:lstStyle/>
        <a:p>
          <a:endParaRPr lang="es-ES"/>
        </a:p>
      </dgm:t>
    </dgm:pt>
    <dgm:pt modelId="{B31EF1DD-2AAC-4F74-AC80-F089F1F22611}" type="pres">
      <dgm:prSet presAssocID="{1A64D099-E5D9-48DC-9651-18571197868A}" presName="connectorText" presStyleLbl="sibTrans2D1" presStyleIdx="0" presStyleCnt="3"/>
      <dgm:spPr/>
      <dgm:t>
        <a:bodyPr/>
        <a:lstStyle/>
        <a:p>
          <a:endParaRPr lang="es-ES"/>
        </a:p>
      </dgm:t>
    </dgm:pt>
    <dgm:pt modelId="{B6E82328-B8EF-4C49-B0FC-374432F03F8D}" type="pres">
      <dgm:prSet presAssocID="{31DA2B20-A24E-48B8-B1D5-6EA7E4A80299}" presName="node" presStyleLbl="node1" presStyleIdx="1" presStyleCnt="3" custRadScaleRad="89363" custRadScaleInc="-49916">
        <dgm:presLayoutVars>
          <dgm:bulletEnabled val="1"/>
        </dgm:presLayoutVars>
      </dgm:prSet>
      <dgm:spPr/>
      <dgm:t>
        <a:bodyPr/>
        <a:lstStyle/>
        <a:p>
          <a:endParaRPr lang="es-ES"/>
        </a:p>
      </dgm:t>
    </dgm:pt>
    <dgm:pt modelId="{3DB67A33-8767-4416-A845-44576AD36FFB}" type="pres">
      <dgm:prSet presAssocID="{51F56830-1B22-4CDB-AAA1-CFB117DEC160}" presName="sibTrans" presStyleLbl="sibTrans2D1" presStyleIdx="1" presStyleCnt="3" custScaleX="117673"/>
      <dgm:spPr/>
      <dgm:t>
        <a:bodyPr/>
        <a:lstStyle/>
        <a:p>
          <a:endParaRPr lang="es-ES"/>
        </a:p>
      </dgm:t>
    </dgm:pt>
    <dgm:pt modelId="{777CC471-5167-4624-9C19-259293B2988C}" type="pres">
      <dgm:prSet presAssocID="{51F56830-1B22-4CDB-AAA1-CFB117DEC160}" presName="connectorText" presStyleLbl="sibTrans2D1" presStyleIdx="1" presStyleCnt="3"/>
      <dgm:spPr/>
      <dgm:t>
        <a:bodyPr/>
        <a:lstStyle/>
        <a:p>
          <a:endParaRPr lang="es-ES"/>
        </a:p>
      </dgm:t>
    </dgm:pt>
    <dgm:pt modelId="{27CC3367-40FF-4576-A60A-1D3EF543DE13}" type="pres">
      <dgm:prSet presAssocID="{3810A469-1C2A-4B13-8171-1A08AC527BF2}" presName="node" presStyleLbl="node1" presStyleIdx="2" presStyleCnt="3" custRadScaleRad="75529" custRadScaleInc="49900">
        <dgm:presLayoutVars>
          <dgm:bulletEnabled val="1"/>
        </dgm:presLayoutVars>
      </dgm:prSet>
      <dgm:spPr/>
      <dgm:t>
        <a:bodyPr/>
        <a:lstStyle/>
        <a:p>
          <a:endParaRPr lang="es-ES"/>
        </a:p>
      </dgm:t>
    </dgm:pt>
    <dgm:pt modelId="{EF208CCE-3A7D-465F-A5CF-773172C53523}" type="pres">
      <dgm:prSet presAssocID="{AD264A0B-7265-4586-9C8F-933C684BF508}" presName="sibTrans" presStyleLbl="sibTrans2D1" presStyleIdx="2" presStyleCnt="3" custScaleX="121834" custLinFactNeighborX="-32773" custLinFactNeighborY="-3226"/>
      <dgm:spPr/>
      <dgm:t>
        <a:bodyPr/>
        <a:lstStyle/>
        <a:p>
          <a:endParaRPr lang="es-ES"/>
        </a:p>
      </dgm:t>
    </dgm:pt>
    <dgm:pt modelId="{DF8EA2FA-CF51-4D3D-AA89-C75774738645}" type="pres">
      <dgm:prSet presAssocID="{AD264A0B-7265-4586-9C8F-933C684BF508}" presName="connectorText" presStyleLbl="sibTrans2D1" presStyleIdx="2" presStyleCnt="3"/>
      <dgm:spPr/>
      <dgm:t>
        <a:bodyPr/>
        <a:lstStyle/>
        <a:p>
          <a:endParaRPr lang="es-ES"/>
        </a:p>
      </dgm:t>
    </dgm:pt>
  </dgm:ptLst>
  <dgm:cxnLst>
    <dgm:cxn modelId="{C0269EC5-7D72-496D-B0C8-DD48358095D2}" type="presOf" srcId="{51F56830-1B22-4CDB-AAA1-CFB117DEC160}" destId="{3DB67A33-8767-4416-A845-44576AD36FFB}" srcOrd="0" destOrd="0" presId="urn:microsoft.com/office/officeart/2005/8/layout/cycle7"/>
    <dgm:cxn modelId="{3A60E0A7-C5F7-45E1-9B84-7BD59F37673C}" type="presOf" srcId="{1A64D099-E5D9-48DC-9651-18571197868A}" destId="{B31EF1DD-2AAC-4F74-AC80-F089F1F22611}" srcOrd="1" destOrd="0" presId="urn:microsoft.com/office/officeart/2005/8/layout/cycle7"/>
    <dgm:cxn modelId="{46252065-7765-465B-8796-3600092B69AC}" srcId="{8FEE82FD-496D-45BA-8A6D-FEC99ACA6B83}" destId="{6B224273-B774-4218-BBE5-AA486B92A459}" srcOrd="0" destOrd="0" parTransId="{A4DEC004-41CC-48F0-8E4E-D63A3E39A4A9}" sibTransId="{1A64D099-E5D9-48DC-9651-18571197868A}"/>
    <dgm:cxn modelId="{2A3E657C-7FD5-40A1-9788-4108A421C501}" srcId="{8FEE82FD-496D-45BA-8A6D-FEC99ACA6B83}" destId="{31DA2B20-A24E-48B8-B1D5-6EA7E4A80299}" srcOrd="1" destOrd="0" parTransId="{9F74B425-29C6-4102-9F28-2142C9F290C4}" sibTransId="{51F56830-1B22-4CDB-AAA1-CFB117DEC160}"/>
    <dgm:cxn modelId="{39B120E0-9593-4983-BD9D-E788C2EDEC63}" type="presOf" srcId="{51F56830-1B22-4CDB-AAA1-CFB117DEC160}" destId="{777CC471-5167-4624-9C19-259293B2988C}" srcOrd="1" destOrd="0" presId="urn:microsoft.com/office/officeart/2005/8/layout/cycle7"/>
    <dgm:cxn modelId="{1F80F23E-9AB5-44B4-BB8B-D0D6FB865A18}" type="presOf" srcId="{8FEE82FD-496D-45BA-8A6D-FEC99ACA6B83}" destId="{266C4AE9-7533-4DC9-A52C-E653CFBCE81E}" srcOrd="0" destOrd="0" presId="urn:microsoft.com/office/officeart/2005/8/layout/cycle7"/>
    <dgm:cxn modelId="{110B7408-5754-405C-8475-BC02CCB8F816}" srcId="{8FEE82FD-496D-45BA-8A6D-FEC99ACA6B83}" destId="{3810A469-1C2A-4B13-8171-1A08AC527BF2}" srcOrd="2" destOrd="0" parTransId="{4BB78AB5-87DF-4296-80F2-8BD33C0EA1DD}" sibTransId="{AD264A0B-7265-4586-9C8F-933C684BF508}"/>
    <dgm:cxn modelId="{BCE66D7E-6FE5-4960-B21F-0083E12102B1}" type="presOf" srcId="{AD264A0B-7265-4586-9C8F-933C684BF508}" destId="{DF8EA2FA-CF51-4D3D-AA89-C75774738645}" srcOrd="1" destOrd="0" presId="urn:microsoft.com/office/officeart/2005/8/layout/cycle7"/>
    <dgm:cxn modelId="{0081E8CB-768B-4EF5-BA63-B7D21E97CB19}" type="presOf" srcId="{6B224273-B774-4218-BBE5-AA486B92A459}" destId="{103E43A1-4B11-48DD-B6BC-B909C82998B9}" srcOrd="0" destOrd="0" presId="urn:microsoft.com/office/officeart/2005/8/layout/cycle7"/>
    <dgm:cxn modelId="{ACB9E163-38CD-4EC2-9BC2-1F4B00199480}" type="presOf" srcId="{1A64D099-E5D9-48DC-9651-18571197868A}" destId="{40E41AA5-E505-473D-B9CF-5C8094C39E6C}" srcOrd="0" destOrd="0" presId="urn:microsoft.com/office/officeart/2005/8/layout/cycle7"/>
    <dgm:cxn modelId="{AD22AA05-3BA3-40B1-8590-8F125FE6273E}" type="presOf" srcId="{AD264A0B-7265-4586-9C8F-933C684BF508}" destId="{EF208CCE-3A7D-465F-A5CF-773172C53523}" srcOrd="0" destOrd="0" presId="urn:microsoft.com/office/officeart/2005/8/layout/cycle7"/>
    <dgm:cxn modelId="{D5B4D411-5742-48A5-BDAF-F7AF623A4709}" type="presOf" srcId="{31DA2B20-A24E-48B8-B1D5-6EA7E4A80299}" destId="{B6E82328-B8EF-4C49-B0FC-374432F03F8D}" srcOrd="0" destOrd="0" presId="urn:microsoft.com/office/officeart/2005/8/layout/cycle7"/>
    <dgm:cxn modelId="{332E7E7A-F9A2-4149-9401-96FF550390C2}" type="presOf" srcId="{3810A469-1C2A-4B13-8171-1A08AC527BF2}" destId="{27CC3367-40FF-4576-A60A-1D3EF543DE13}" srcOrd="0" destOrd="0" presId="urn:microsoft.com/office/officeart/2005/8/layout/cycle7"/>
    <dgm:cxn modelId="{2864AE07-4C2B-4DF1-9A28-8538B06260DA}" type="presParOf" srcId="{266C4AE9-7533-4DC9-A52C-E653CFBCE81E}" destId="{103E43A1-4B11-48DD-B6BC-B909C82998B9}" srcOrd="0" destOrd="0" presId="urn:microsoft.com/office/officeart/2005/8/layout/cycle7"/>
    <dgm:cxn modelId="{D2B1DE26-2438-4A1D-AA84-CE3B0801856B}" type="presParOf" srcId="{266C4AE9-7533-4DC9-A52C-E653CFBCE81E}" destId="{40E41AA5-E505-473D-B9CF-5C8094C39E6C}" srcOrd="1" destOrd="0" presId="urn:microsoft.com/office/officeart/2005/8/layout/cycle7"/>
    <dgm:cxn modelId="{186089B1-5822-4841-A46E-04C403CD4636}" type="presParOf" srcId="{40E41AA5-E505-473D-B9CF-5C8094C39E6C}" destId="{B31EF1DD-2AAC-4F74-AC80-F089F1F22611}" srcOrd="0" destOrd="0" presId="urn:microsoft.com/office/officeart/2005/8/layout/cycle7"/>
    <dgm:cxn modelId="{7C8F07A3-00BB-4487-8DC0-3B6DD5E6EB77}" type="presParOf" srcId="{266C4AE9-7533-4DC9-A52C-E653CFBCE81E}" destId="{B6E82328-B8EF-4C49-B0FC-374432F03F8D}" srcOrd="2" destOrd="0" presId="urn:microsoft.com/office/officeart/2005/8/layout/cycle7"/>
    <dgm:cxn modelId="{312F929A-5554-4971-81B0-9BDC24515987}" type="presParOf" srcId="{266C4AE9-7533-4DC9-A52C-E653CFBCE81E}" destId="{3DB67A33-8767-4416-A845-44576AD36FFB}" srcOrd="3" destOrd="0" presId="urn:microsoft.com/office/officeart/2005/8/layout/cycle7"/>
    <dgm:cxn modelId="{949C0C9B-FDA3-42F5-B679-CD4FF6EF3F4C}" type="presParOf" srcId="{3DB67A33-8767-4416-A845-44576AD36FFB}" destId="{777CC471-5167-4624-9C19-259293B2988C}" srcOrd="0" destOrd="0" presId="urn:microsoft.com/office/officeart/2005/8/layout/cycle7"/>
    <dgm:cxn modelId="{CC172D7C-828F-462C-BED3-28BE2D400178}" type="presParOf" srcId="{266C4AE9-7533-4DC9-A52C-E653CFBCE81E}" destId="{27CC3367-40FF-4576-A60A-1D3EF543DE13}" srcOrd="4" destOrd="0" presId="urn:microsoft.com/office/officeart/2005/8/layout/cycle7"/>
    <dgm:cxn modelId="{D0668541-A65D-4CB1-9149-2A1178ADB51D}" type="presParOf" srcId="{266C4AE9-7533-4DC9-A52C-E653CFBCE81E}" destId="{EF208CCE-3A7D-465F-A5CF-773172C53523}" srcOrd="5" destOrd="0" presId="urn:microsoft.com/office/officeart/2005/8/layout/cycle7"/>
    <dgm:cxn modelId="{B16C4B7C-D940-4875-960B-70E96574EFDC}" type="presParOf" srcId="{EF208CCE-3A7D-465F-A5CF-773172C53523}" destId="{DF8EA2FA-CF51-4D3D-AA89-C75774738645}"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837A7-F698-4781-A89B-316D20D8F2FE}">
      <dsp:nvSpPr>
        <dsp:cNvPr id="0" name=""/>
        <dsp:cNvSpPr/>
      </dsp:nvSpPr>
      <dsp:spPr>
        <a:xfrm>
          <a:off x="3947" y="0"/>
          <a:ext cx="3451901" cy="1095896"/>
        </a:xfrm>
        <a:prstGeom prst="homePlate">
          <a:avLst/>
        </a:prstGeom>
        <a:solidFill>
          <a:schemeClr val="accent6">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64008" rIns="32004" bIns="64008" numCol="1" spcCol="1270" anchor="ctr" anchorCtr="0">
          <a:noAutofit/>
        </a:bodyPr>
        <a:lstStyle/>
        <a:p>
          <a:pPr lvl="0" algn="ctr" defTabSz="1066800">
            <a:lnSpc>
              <a:spcPct val="90000"/>
            </a:lnSpc>
            <a:spcBef>
              <a:spcPct val="0"/>
            </a:spcBef>
            <a:spcAft>
              <a:spcPct val="35000"/>
            </a:spcAft>
          </a:pPr>
          <a:r>
            <a:rPr lang="es-ES" sz="2400" kern="1200" dirty="0">
              <a:latin typeface="Corbel" panose="020B0503020204020204" pitchFamily="34" charset="0"/>
            </a:rPr>
            <a:t>Mejor Ciencia</a:t>
          </a:r>
        </a:p>
      </dsp:txBody>
      <dsp:txXfrm>
        <a:off x="3947" y="0"/>
        <a:ext cx="3177927" cy="1095896"/>
      </dsp:txXfrm>
    </dsp:sp>
    <dsp:sp modelId="{5E9D67CD-11B7-4060-9028-939B959F9ADD}">
      <dsp:nvSpPr>
        <dsp:cNvPr id="0" name=""/>
        <dsp:cNvSpPr/>
      </dsp:nvSpPr>
      <dsp:spPr>
        <a:xfrm>
          <a:off x="2838759" y="0"/>
          <a:ext cx="3451901" cy="1095896"/>
        </a:xfrm>
        <a:prstGeom prst="chevron">
          <a:avLst/>
        </a:prstGeom>
        <a:solidFill>
          <a:schemeClr val="accent6">
            <a:shade val="80000"/>
            <a:hueOff val="-20342"/>
            <a:satOff val="-2388"/>
            <a:lumOff val="1256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lvl="0" algn="ctr" defTabSz="1066800">
            <a:lnSpc>
              <a:spcPct val="90000"/>
            </a:lnSpc>
            <a:spcBef>
              <a:spcPct val="0"/>
            </a:spcBef>
            <a:spcAft>
              <a:spcPct val="35000"/>
            </a:spcAft>
          </a:pPr>
          <a:r>
            <a:rPr lang="es-ES" sz="2400" kern="1200" dirty="0">
              <a:latin typeface="Corbel" panose="020B0503020204020204" pitchFamily="34" charset="0"/>
            </a:rPr>
            <a:t>Mejor tecnología</a:t>
          </a:r>
        </a:p>
      </dsp:txBody>
      <dsp:txXfrm>
        <a:off x="3386707" y="0"/>
        <a:ext cx="2356005" cy="1095896"/>
      </dsp:txXfrm>
    </dsp:sp>
    <dsp:sp modelId="{3E463ADA-7223-4421-892A-D9CA6AE43A5D}">
      <dsp:nvSpPr>
        <dsp:cNvPr id="0" name=""/>
        <dsp:cNvSpPr/>
      </dsp:nvSpPr>
      <dsp:spPr>
        <a:xfrm>
          <a:off x="5526989" y="0"/>
          <a:ext cx="3451901" cy="1095896"/>
        </a:xfrm>
        <a:prstGeom prst="chevron">
          <a:avLst/>
        </a:prstGeom>
        <a:solidFill>
          <a:schemeClr val="accent6">
            <a:shade val="80000"/>
            <a:hueOff val="-40683"/>
            <a:satOff val="-4776"/>
            <a:lumOff val="251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6012" tIns="64008" rIns="32004" bIns="64008" numCol="1" spcCol="1270" anchor="ctr" anchorCtr="0">
          <a:noAutofit/>
        </a:bodyPr>
        <a:lstStyle/>
        <a:p>
          <a:pPr lvl="0" algn="ctr" defTabSz="1066800">
            <a:lnSpc>
              <a:spcPct val="90000"/>
            </a:lnSpc>
            <a:spcBef>
              <a:spcPct val="0"/>
            </a:spcBef>
            <a:spcAft>
              <a:spcPct val="35000"/>
            </a:spcAft>
          </a:pPr>
          <a:r>
            <a:rPr lang="es-ES" sz="2400" kern="1200" dirty="0">
              <a:latin typeface="Corbel" panose="020B0503020204020204" pitchFamily="34" charset="0"/>
            </a:rPr>
            <a:t>Mejor Sociedad</a:t>
          </a:r>
        </a:p>
      </dsp:txBody>
      <dsp:txXfrm>
        <a:off x="6074937" y="0"/>
        <a:ext cx="2356005" cy="10958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2A5B7D-375B-4F86-8CB2-746BF499D220}">
      <dsp:nvSpPr>
        <dsp:cNvPr id="0" name=""/>
        <dsp:cNvSpPr/>
      </dsp:nvSpPr>
      <dsp:spPr>
        <a:xfrm>
          <a:off x="4171" y="216736"/>
          <a:ext cx="2428329" cy="971331"/>
        </a:xfrm>
        <a:prstGeom prst="chevron">
          <a:avLst/>
        </a:prstGeom>
        <a:solidFill>
          <a:srgbClr val="FF76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lvl="0" algn="ctr" defTabSz="2044700">
            <a:lnSpc>
              <a:spcPct val="90000"/>
            </a:lnSpc>
            <a:spcBef>
              <a:spcPct val="0"/>
            </a:spcBef>
            <a:spcAft>
              <a:spcPct val="35000"/>
            </a:spcAft>
          </a:pPr>
          <a:r>
            <a:rPr lang="es-ES" sz="4600" kern="1200" dirty="0"/>
            <a:t>1784</a:t>
          </a:r>
        </a:p>
      </dsp:txBody>
      <dsp:txXfrm>
        <a:off x="489837" y="216736"/>
        <a:ext cx="1456998" cy="971331"/>
      </dsp:txXfrm>
    </dsp:sp>
    <dsp:sp modelId="{2478DC35-FF16-4772-B406-D8ADDE01348E}">
      <dsp:nvSpPr>
        <dsp:cNvPr id="0" name=""/>
        <dsp:cNvSpPr/>
      </dsp:nvSpPr>
      <dsp:spPr>
        <a:xfrm>
          <a:off x="2189668" y="216736"/>
          <a:ext cx="2428329" cy="971331"/>
        </a:xfrm>
        <a:prstGeom prst="chevron">
          <a:avLst/>
        </a:prstGeom>
        <a:solidFill>
          <a:srgbClr val="FFAD4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lvl="0" algn="ctr" defTabSz="2044700">
            <a:lnSpc>
              <a:spcPct val="90000"/>
            </a:lnSpc>
            <a:spcBef>
              <a:spcPct val="0"/>
            </a:spcBef>
            <a:spcAft>
              <a:spcPct val="35000"/>
            </a:spcAft>
          </a:pPr>
          <a:r>
            <a:rPr lang="es-ES" sz="4600" kern="1200" dirty="0"/>
            <a:t>1870</a:t>
          </a:r>
        </a:p>
      </dsp:txBody>
      <dsp:txXfrm>
        <a:off x="2675334" y="216736"/>
        <a:ext cx="1456998" cy="971331"/>
      </dsp:txXfrm>
    </dsp:sp>
    <dsp:sp modelId="{A08D32D7-8F8F-47F9-8E9C-1D896F874D97}">
      <dsp:nvSpPr>
        <dsp:cNvPr id="0" name=""/>
        <dsp:cNvSpPr/>
      </dsp:nvSpPr>
      <dsp:spPr>
        <a:xfrm>
          <a:off x="4375165" y="216736"/>
          <a:ext cx="2428329" cy="971331"/>
        </a:xfrm>
        <a:prstGeom prst="chevron">
          <a:avLst/>
        </a:prstGeom>
        <a:solidFill>
          <a:srgbClr val="0094A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lvl="0" algn="ctr" defTabSz="2044700">
            <a:lnSpc>
              <a:spcPct val="90000"/>
            </a:lnSpc>
            <a:spcBef>
              <a:spcPct val="0"/>
            </a:spcBef>
            <a:spcAft>
              <a:spcPct val="35000"/>
            </a:spcAft>
          </a:pPr>
          <a:r>
            <a:rPr lang="es-ES" sz="4600" kern="1200" dirty="0"/>
            <a:t>1970</a:t>
          </a:r>
        </a:p>
      </dsp:txBody>
      <dsp:txXfrm>
        <a:off x="4860831" y="216736"/>
        <a:ext cx="1456998" cy="971331"/>
      </dsp:txXfrm>
    </dsp:sp>
    <dsp:sp modelId="{D535687F-60B8-4C1B-89D2-6D1AF820726F}">
      <dsp:nvSpPr>
        <dsp:cNvPr id="0" name=""/>
        <dsp:cNvSpPr/>
      </dsp:nvSpPr>
      <dsp:spPr>
        <a:xfrm>
          <a:off x="6560661" y="216736"/>
          <a:ext cx="2428329" cy="971331"/>
        </a:xfrm>
        <a:prstGeom prst="chevron">
          <a:avLst/>
        </a:prstGeom>
        <a:solidFill>
          <a:srgbClr val="00536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023" tIns="61341" rIns="61341" bIns="61341" numCol="1" spcCol="1270" anchor="ctr" anchorCtr="0">
          <a:noAutofit/>
        </a:bodyPr>
        <a:lstStyle/>
        <a:p>
          <a:pPr lvl="0" algn="ctr" defTabSz="2044700">
            <a:lnSpc>
              <a:spcPct val="90000"/>
            </a:lnSpc>
            <a:spcBef>
              <a:spcPct val="0"/>
            </a:spcBef>
            <a:spcAft>
              <a:spcPct val="35000"/>
            </a:spcAft>
          </a:pPr>
          <a:r>
            <a:rPr lang="es-ES" sz="4600" kern="1200" dirty="0"/>
            <a:t>2011</a:t>
          </a:r>
        </a:p>
      </dsp:txBody>
      <dsp:txXfrm>
        <a:off x="7046327" y="216736"/>
        <a:ext cx="1456998" cy="9713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E43A1-4B11-48DD-B6BC-B909C82998B9}">
      <dsp:nvSpPr>
        <dsp:cNvPr id="0" name=""/>
        <dsp:cNvSpPr/>
      </dsp:nvSpPr>
      <dsp:spPr>
        <a:xfrm>
          <a:off x="1756580" y="58942"/>
          <a:ext cx="2247479" cy="942601"/>
        </a:xfrm>
        <a:prstGeom prst="roundRect">
          <a:avLst>
            <a:gd name="adj" fmla="val 10000"/>
          </a:avLst>
        </a:prstGeom>
        <a:solidFill>
          <a:srgbClr val="FD8B9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s-ES" sz="2800" b="1" kern="1200" dirty="0">
              <a:latin typeface="Corbel" panose="020B0503020204020204" pitchFamily="34" charset="0"/>
            </a:rPr>
            <a:t>Informática</a:t>
          </a:r>
        </a:p>
      </dsp:txBody>
      <dsp:txXfrm>
        <a:off x="1784188" y="86550"/>
        <a:ext cx="2192263" cy="887385"/>
      </dsp:txXfrm>
    </dsp:sp>
    <dsp:sp modelId="{40E41AA5-E505-473D-B9CF-5C8094C39E6C}">
      <dsp:nvSpPr>
        <dsp:cNvPr id="0" name=""/>
        <dsp:cNvSpPr/>
      </dsp:nvSpPr>
      <dsp:spPr>
        <a:xfrm rot="2894247">
          <a:off x="3412037" y="1303002"/>
          <a:ext cx="1237504" cy="370166"/>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s-ES" sz="1500" kern="1200"/>
        </a:p>
      </dsp:txBody>
      <dsp:txXfrm>
        <a:off x="3523087" y="1377035"/>
        <a:ext cx="1015404" cy="222100"/>
      </dsp:txXfrm>
    </dsp:sp>
    <dsp:sp modelId="{B6E82328-B8EF-4C49-B0FC-374432F03F8D}">
      <dsp:nvSpPr>
        <dsp:cNvPr id="0" name=""/>
        <dsp:cNvSpPr/>
      </dsp:nvSpPr>
      <dsp:spPr>
        <a:xfrm>
          <a:off x="3625679" y="2020609"/>
          <a:ext cx="2115235" cy="1057617"/>
        </a:xfrm>
        <a:prstGeom prst="roundRect">
          <a:avLst>
            <a:gd name="adj" fmla="val 10000"/>
          </a:avLst>
        </a:prstGeom>
        <a:solidFill>
          <a:srgbClr val="FFFF0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b="1" kern="1200" dirty="0">
              <a:solidFill>
                <a:schemeClr val="tx1"/>
              </a:solidFill>
            </a:rPr>
            <a:t>Sonido/Imagen</a:t>
          </a:r>
        </a:p>
      </dsp:txBody>
      <dsp:txXfrm>
        <a:off x="3656656" y="2051586"/>
        <a:ext cx="2053281" cy="995663"/>
      </dsp:txXfrm>
    </dsp:sp>
    <dsp:sp modelId="{3DB67A33-8767-4416-A845-44576AD36FFB}">
      <dsp:nvSpPr>
        <dsp:cNvPr id="0" name=""/>
        <dsp:cNvSpPr/>
      </dsp:nvSpPr>
      <dsp:spPr>
        <a:xfrm rot="10799990">
          <a:off x="2449583" y="2364339"/>
          <a:ext cx="1140585" cy="370166"/>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s-ES" sz="1500" kern="1200"/>
        </a:p>
      </dsp:txBody>
      <dsp:txXfrm rot="10800000">
        <a:off x="2560633" y="2438372"/>
        <a:ext cx="918485" cy="222100"/>
      </dsp:txXfrm>
    </dsp:sp>
    <dsp:sp modelId="{27CC3367-40FF-4576-A60A-1D3EF543DE13}">
      <dsp:nvSpPr>
        <dsp:cNvPr id="0" name=""/>
        <dsp:cNvSpPr/>
      </dsp:nvSpPr>
      <dsp:spPr>
        <a:xfrm>
          <a:off x="298839" y="2020619"/>
          <a:ext cx="2115235" cy="1057617"/>
        </a:xfrm>
        <a:prstGeom prst="roundRect">
          <a:avLst>
            <a:gd name="adj" fmla="val 10000"/>
          </a:avLst>
        </a:prstGeom>
        <a:solidFill>
          <a:srgbClr val="00B0F0"/>
        </a:solidFill>
        <a:ln w="1270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s-ES" sz="1800" b="1" kern="1200" dirty="0">
              <a:solidFill>
                <a:schemeClr val="tx1"/>
              </a:solidFill>
            </a:rPr>
            <a:t>Telecomunicaciones</a:t>
          </a:r>
        </a:p>
      </dsp:txBody>
      <dsp:txXfrm>
        <a:off x="329816" y="2051596"/>
        <a:ext cx="2053281" cy="995663"/>
      </dsp:txXfrm>
    </dsp:sp>
    <dsp:sp modelId="{EF208CCE-3A7D-465F-A5CF-773172C53523}">
      <dsp:nvSpPr>
        <dsp:cNvPr id="0" name=""/>
        <dsp:cNvSpPr/>
      </dsp:nvSpPr>
      <dsp:spPr>
        <a:xfrm rot="18422495">
          <a:off x="1231966" y="1314057"/>
          <a:ext cx="1180917" cy="370166"/>
        </a:xfrm>
        <a:prstGeom prst="lef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s-ES" sz="1500" kern="1200" dirty="0"/>
        </a:p>
      </dsp:txBody>
      <dsp:txXfrm>
        <a:off x="1343016" y="1388090"/>
        <a:ext cx="958817" cy="2221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516698-0A7E-4179-B81A-30B2783F2C15}" type="datetimeFigureOut">
              <a:rPr lang="es-ES" smtClean="0"/>
              <a:t>08/02/2024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D7475-3A4C-451E-84F4-15FDA2C826AA}" type="slidenum">
              <a:rPr lang="es-ES" smtClean="0"/>
              <a:t>‹Nº›</a:t>
            </a:fld>
            <a:endParaRPr lang="es-ES"/>
          </a:p>
        </p:txBody>
      </p:sp>
    </p:spTree>
    <p:extLst>
      <p:ext uri="{BB962C8B-B14F-4D97-AF65-F5344CB8AC3E}">
        <p14:creationId xmlns:p14="http://schemas.microsoft.com/office/powerpoint/2010/main" val="1589470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s.wikipedia.org/wiki/Protocolo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youtube.com/watch?v=uRXWLLVWVMY"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hdl.handle.net/10486/686660"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www.eldiario.es/turing/afectaria-usuarios-regulatorio-operadores-Europa_0_300970389.html" TargetMode="External"/><Relationship Id="rId5" Type="http://schemas.openxmlformats.org/officeDocument/2006/relationships/hyperlink" Target="http://www.eldiario.es/turing/Brasil-marca-ritmo-neutralidad-Internet_0_243925947.html" TargetMode="External"/><Relationship Id="rId4" Type="http://schemas.openxmlformats.org/officeDocument/2006/relationships/hyperlink" Target="http://sociedad.elpais.com/sociedad/2014/05/15/actualidad/1400174991_400154.ht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elmundo.es/ciencia-y-salud/salud/2018/02/09/5a7d9ed8e5fdea06798b45df.html"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youtube.com/watch?v=htAnVeMtrr8"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www.ted.com/talks/david_autor_why_are_there_still_so_many_jobs/transcript?awesm=on.ted.com_A8PI&amp;utm_campaign=jonathan_haidt_on_the_moral_mind&amp;utm_medium=on.ted.com-twitter&amp;utm_source=direct-on.ted.com&amp;utm_content=ted.com-talkpage&amp;language=es"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smithsonianmag.com/science-nature/Looking-Back-on-the-Limits-of-Growth.html#ixzz1t4UHgCqs"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antena3.com/noticias/economia/espana-segundo-pais-mas-desigual-union-europea-letonia_2014103000227.html" TargetMode="External"/><Relationship Id="rId2" Type="http://schemas.openxmlformats.org/officeDocument/2006/relationships/slide" Target="../slides/slide38.xml"/><Relationship Id="rId1" Type="http://schemas.openxmlformats.org/officeDocument/2006/relationships/notesMaster" Target="../notesMasters/notesMaster1.xml"/><Relationship Id="rId5" Type="http://schemas.openxmlformats.org/officeDocument/2006/relationships/hyperlink" Target="http://sociedad.elpais.com/sociedad/2013/01/31/actualidad/1359656710_164484.html" TargetMode="External"/><Relationship Id="rId4" Type="http://schemas.openxmlformats.org/officeDocument/2006/relationships/hyperlink" Target="http://economia.elpais.com/economia/2013/02/01/actualidad/1359726604_680752.html"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www.nature.com/nature/journal/v461/n7263/full/461472a.html"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ec.europa.eu/eurostat/news/themes-in-the-spotlight/cop21"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s://www.miteco.gob.es/es/cop25/detalle_noticias.aspx?tcm=tcm:30-505708"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3.weforum.org/docs/WEF_Global_Risk_Report_2020.pdf"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coordinadora-ongd-lleida.cat/ca/noticies/rebobina-la-tragdia-electrnica/"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www.datacenterknowledge.com/archives/2013/03/06/interxion-uses-seawater-to-cool-stockholm-data-centers/" TargetMode="External"/><Relationship Id="rId4" Type="http://schemas.openxmlformats.org/officeDocument/2006/relationships/hyperlink" Target="http://tecnologia.elpais.com/tecnologia/2012/10/03/actualidad/1349284443_663373.html" TargetMode="Externa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coordinadora-ongd-lleida.cat/ca/noticies/rebobina-la-tragdia-electrnica/"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www.eldiario.es/hojaderouter/tecnologia/software/videojuegos-tratamiento-terapia-medicina-neurologia_0_481202032.html" TargetMode="External"/><Relationship Id="rId5" Type="http://schemas.openxmlformats.org/officeDocument/2006/relationships/hyperlink" Target="http://www.madrimasd.org/informacionidi/noticias/noticia.asp?id=60022&amp;origen=notiweb&amp;dia_suplemento=viernes" TargetMode="External"/><Relationship Id="rId4" Type="http://schemas.openxmlformats.org/officeDocument/2006/relationships/hyperlink" Target="http://www.eclac.org/socinfo/noticias/paginas/9/30389/newsletter14.pdf"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CAMBRIDGE ANALYTICA</a:t>
            </a:r>
            <a:r>
              <a:rPr lang="es-ES" dirty="0"/>
              <a:t>: </a:t>
            </a:r>
          </a:p>
          <a:p>
            <a:pPr marL="171450" indent="-171450">
              <a:buFont typeface="Arial" panose="020B0604020202020204" pitchFamily="34" charset="0"/>
              <a:buChar char="•"/>
            </a:pPr>
            <a:r>
              <a:rPr lang="es-ES" dirty="0"/>
              <a:t>https://www.ted.com/talks/carole_cadwalladr_facebook_s_role_in_brexit_and_the_threat_to_democracy</a:t>
            </a:r>
          </a:p>
          <a:p>
            <a:endParaRPr lang="es-ES" dirty="0"/>
          </a:p>
          <a:p>
            <a:r>
              <a:rPr lang="es-ES" b="1" dirty="0"/>
              <a:t>BRECHAS DE SEGURIDAD</a:t>
            </a:r>
            <a:r>
              <a:rPr lang="es-ES" dirty="0"/>
              <a:t>: </a:t>
            </a:r>
          </a:p>
          <a:p>
            <a:pPr marL="171450" indent="-171450">
              <a:buFont typeface="Arial" panose="020B0604020202020204" pitchFamily="34" charset="0"/>
              <a:buChar char="•"/>
            </a:pPr>
            <a:r>
              <a:rPr lang="es-ES" dirty="0"/>
              <a:t>BRITISH AIRWAYS, LEXNET:</a:t>
            </a:r>
            <a:r>
              <a:rPr lang="es-ES" baseline="0" dirty="0"/>
              <a:t> </a:t>
            </a:r>
            <a:r>
              <a:rPr lang="es-ES" dirty="0"/>
              <a:t>https://cincodias.elpais.com/cincodias/2018/04/11/legal/1523438102_972875.html</a:t>
            </a:r>
          </a:p>
          <a:p>
            <a:endParaRPr lang="es-ES" dirty="0"/>
          </a:p>
          <a:p>
            <a:r>
              <a:rPr lang="es-ES" b="1" dirty="0"/>
              <a:t>VENTA DE DATOS PERSONALES</a:t>
            </a:r>
            <a:r>
              <a:rPr lang="es-ES" dirty="0"/>
              <a:t>: </a:t>
            </a:r>
          </a:p>
          <a:p>
            <a:pPr marL="171450" indent="-171450">
              <a:buFont typeface="Arial" panose="020B0604020202020204" pitchFamily="34" charset="0"/>
              <a:buChar char="•"/>
            </a:pPr>
            <a:r>
              <a:rPr lang="es-ES" dirty="0"/>
              <a:t>https://www.abc.es/tecnologia/informatica/soluciones/abci-descubren-avast-antivirus-gratuito-trafica-datos-202001281036_noticia.html</a:t>
            </a:r>
          </a:p>
          <a:p>
            <a:endParaRPr lang="es-ES" dirty="0"/>
          </a:p>
          <a:p>
            <a:r>
              <a:rPr lang="es-ES" b="1" dirty="0"/>
              <a:t>DIESEL GATE: </a:t>
            </a:r>
          </a:p>
          <a:p>
            <a:pPr marL="171450" indent="-171450">
              <a:buFont typeface="Arial" panose="020B0604020202020204" pitchFamily="34" charset="0"/>
              <a:buChar char="•"/>
            </a:pPr>
            <a:r>
              <a:rPr lang="es-ES" dirty="0"/>
              <a:t>http://www.huffingtonpost.es/2015/09/22/volkswagen_n_8175260.html</a:t>
            </a:r>
          </a:p>
          <a:p>
            <a:pPr marL="171450" indent="-171450">
              <a:buFont typeface="Arial" panose="020B0604020202020204" pitchFamily="34" charset="0"/>
              <a:buChar char="•"/>
            </a:pPr>
            <a:r>
              <a:rPr lang="es-ES" dirty="0"/>
              <a:t>http://dieselgatecars.com/</a:t>
            </a:r>
          </a:p>
          <a:p>
            <a:pPr marL="171450" indent="-171450">
              <a:buFont typeface="Arial" panose="020B0604020202020204" pitchFamily="34" charset="0"/>
              <a:buChar char="•"/>
            </a:pPr>
            <a:r>
              <a:rPr lang="es-ES" dirty="0"/>
              <a:t>http://economia.elpais.com/economia/2016/01/27/actualidad/1453881129_638542.html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a:t>
            </a:fld>
            <a:endParaRPr lang="es-ES"/>
          </a:p>
        </p:txBody>
      </p:sp>
    </p:spTree>
    <p:extLst>
      <p:ext uri="{BB962C8B-B14F-4D97-AF65-F5344CB8AC3E}">
        <p14:creationId xmlns:p14="http://schemas.microsoft.com/office/powerpoint/2010/main" val="1613039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b="1" dirty="0">
                <a:latin typeface="Arial" panose="020B0604020202020204" pitchFamily="34" charset="0"/>
              </a:rPr>
              <a:t>OBAMACARE: </a:t>
            </a:r>
            <a:r>
              <a:rPr lang="es-ES" altLang="es-ES" dirty="0">
                <a:latin typeface="Arial" panose="020B0604020202020204" pitchFamily="34" charset="0"/>
              </a:rPr>
              <a:t>La Sección 1201 de la ley permite que las compañías de seguros carguen a los fumadores con hasta un 50% más en primas. Pero debido a un “problema informático”, esas penalizaciones se limitarán durante “al menos un año”, lo que significa que, como consecuencia de ello, los no fumadores quizás paguen más</a:t>
            </a:r>
          </a:p>
          <a:p>
            <a:endParaRPr lang="es-ES" altLang="es-ES" dirty="0">
              <a:latin typeface="Arial" panose="020B0604020202020204" pitchFamily="34" charset="0"/>
            </a:endParaRPr>
          </a:p>
          <a:p>
            <a:pPr marL="171450" indent="-171450" eaLnBrk="1" hangingPunct="1">
              <a:buFont typeface="Arial" panose="020B0604020202020204" pitchFamily="34" charset="0"/>
              <a:buChar char="•"/>
            </a:pPr>
            <a:r>
              <a:rPr lang="es-ES" altLang="es-ES" dirty="0">
                <a:latin typeface="Arial" panose="020B0604020202020204" pitchFamily="34" charset="0"/>
              </a:rPr>
              <a:t>La</a:t>
            </a:r>
            <a:r>
              <a:rPr lang="es-ES" altLang="es-ES" baseline="0" dirty="0">
                <a:latin typeface="Arial" panose="020B0604020202020204" pitchFamily="34" charset="0"/>
              </a:rPr>
              <a:t> absoluta objetividad del método científico como productor de Verdades Universales (con mayúsculas) ha estado en entredicho desde el Siglo XVIII y el Siglo XIX con las pugnas entre el positivismo y las distintas racionalidades.</a:t>
            </a:r>
          </a:p>
          <a:p>
            <a:pPr marL="171450" indent="-171450" eaLnBrk="1" hangingPunct="1">
              <a:buFont typeface="Arial" panose="020B0604020202020204" pitchFamily="34" charset="0"/>
              <a:buChar char="•"/>
            </a:pPr>
            <a:r>
              <a:rPr lang="es-ES" altLang="es-ES" baseline="0" dirty="0">
                <a:latin typeface="Arial" panose="020B0604020202020204" pitchFamily="34" charset="0"/>
              </a:rPr>
              <a:t>El que sólo los (sic) expertos tengan la capacidad para determinar qué es un “avance” y qué no lo es plantea problemas:</a:t>
            </a:r>
          </a:p>
          <a:p>
            <a:pPr marL="628650" lvl="1" indent="-171450" eaLnBrk="1" hangingPunct="1">
              <a:buFont typeface="Arial" panose="020B0604020202020204" pitchFamily="34" charset="0"/>
              <a:buChar char="•"/>
            </a:pPr>
            <a:r>
              <a:rPr lang="es-ES" altLang="es-ES" baseline="0" dirty="0">
                <a:latin typeface="Arial" panose="020B0604020202020204" pitchFamily="34" charset="0"/>
              </a:rPr>
              <a:t>Crea una nueva “casta” de personas que son las guardianas del conocimiento y, por ende, de lo que está bien y está mal</a:t>
            </a:r>
          </a:p>
          <a:p>
            <a:pPr marL="628650" lvl="1" indent="-171450" eaLnBrk="1" hangingPunct="1">
              <a:buFont typeface="Arial" panose="020B0604020202020204" pitchFamily="34" charset="0"/>
              <a:buChar char="•"/>
            </a:pPr>
            <a:r>
              <a:rPr lang="es-ES" altLang="es-ES" baseline="0" dirty="0">
                <a:latin typeface="Arial" panose="020B0604020202020204" pitchFamily="34" charset="0"/>
              </a:rPr>
              <a:t>Se ha visto que esta “casta” no está completamente de acuerdo, y produce múltiples verdades, siempre utilizando el mismo método</a:t>
            </a:r>
          </a:p>
          <a:p>
            <a:pPr marL="171450" lvl="0" indent="-171450" eaLnBrk="1" hangingPunct="1">
              <a:buFont typeface="Arial" panose="020B0604020202020204" pitchFamily="34" charset="0"/>
              <a:buChar char="•"/>
            </a:pPr>
            <a:r>
              <a:rPr lang="es-ES" altLang="es-ES" baseline="0" dirty="0">
                <a:latin typeface="Arial" panose="020B0604020202020204" pitchFamily="34" charset="0"/>
              </a:rPr>
              <a:t>También, a lo largo del Siglo XX se ha visto que el </a:t>
            </a:r>
            <a:r>
              <a:rPr lang="es-ES" altLang="es-ES" b="1" baseline="0" dirty="0">
                <a:latin typeface="Arial" panose="020B0604020202020204" pitchFamily="34" charset="0"/>
              </a:rPr>
              <a:t>desarrollo</a:t>
            </a:r>
            <a:r>
              <a:rPr lang="es-ES" altLang="es-ES" baseline="0" dirty="0">
                <a:latin typeface="Arial" panose="020B0604020202020204" pitchFamily="34" charset="0"/>
              </a:rPr>
              <a:t> del conocimiento no es neutral; sino que se investiga en unas direcciones determinadas en detrimento de otras, y unos aspectos determinados y no otros. Y la determinación de estas cuestiones no atañe a la Ciencia y el Conocimiento sino a otras esferas (esferas políticas, sociales, etc.)</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8</a:t>
            </a:fld>
            <a:endParaRPr lang="es-ES"/>
          </a:p>
        </p:txBody>
      </p:sp>
    </p:spTree>
    <p:extLst>
      <p:ext uri="{BB962C8B-B14F-4D97-AF65-F5344CB8AC3E}">
        <p14:creationId xmlns:p14="http://schemas.microsoft.com/office/powerpoint/2010/main" val="3289156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r>
              <a:rPr lang="es-ES" altLang="es-ES" dirty="0">
                <a:latin typeface="Arial" panose="020B0604020202020204" pitchFamily="34" charset="0"/>
              </a:rPr>
              <a:t>Ejemplo de utilización</a:t>
            </a:r>
            <a:r>
              <a:rPr lang="es-ES" altLang="es-ES" baseline="0" dirty="0">
                <a:latin typeface="Arial" panose="020B0604020202020204" pitchFamily="34" charset="0"/>
              </a:rPr>
              <a:t> de agentes bioquímicos:</a:t>
            </a:r>
          </a:p>
          <a:p>
            <a:pPr marL="171450" indent="-171450" eaLnBrk="1" hangingPunct="1">
              <a:buFont typeface="Arial" panose="020B0604020202020204" pitchFamily="34" charset="0"/>
              <a:buChar char="•"/>
            </a:pPr>
            <a:r>
              <a:rPr lang="es-ES" altLang="es-ES" dirty="0">
                <a:latin typeface="Arial" panose="020B0604020202020204" pitchFamily="34" charset="0"/>
              </a:rPr>
              <a:t>http://www.elpais.com/articulo/sociedad/arma/secreta/letras/elpepisoc/20120205elpepisoc_1/Tes </a:t>
            </a:r>
          </a:p>
          <a:p>
            <a:pPr marL="0" indent="0" eaLnBrk="1" hangingPunct="1">
              <a:buFont typeface="Arial" panose="020B0604020202020204" pitchFamily="34" charset="0"/>
              <a:buNone/>
            </a:pPr>
            <a:endParaRPr lang="es-ES" altLang="es-ES" dirty="0">
              <a:latin typeface="Arial" panose="020B0604020202020204" pitchFamily="34" charset="0"/>
            </a:endParaRPr>
          </a:p>
          <a:p>
            <a:pPr marL="0" indent="0" eaLnBrk="1" hangingPunct="1">
              <a:buFont typeface="Arial" panose="020B0604020202020204" pitchFamily="34" charset="0"/>
              <a:buNone/>
            </a:pPr>
            <a:r>
              <a:rPr lang="es-ES" altLang="es-ES" dirty="0">
                <a:latin typeface="Arial" panose="020B0604020202020204" pitchFamily="34" charset="0"/>
              </a:rPr>
              <a:t>La</a:t>
            </a:r>
            <a:r>
              <a:rPr lang="es-ES" altLang="es-ES" baseline="0" dirty="0">
                <a:latin typeface="Arial" panose="020B0604020202020204" pitchFamily="34" charset="0"/>
              </a:rPr>
              <a:t> tecnología, entendida canónicamente como la entiende Mumford en </a:t>
            </a:r>
            <a:r>
              <a:rPr lang="es-ES" altLang="es-ES" i="1" baseline="0" dirty="0" err="1">
                <a:latin typeface="Arial" panose="020B0604020202020204" pitchFamily="34" charset="0"/>
              </a:rPr>
              <a:t>Tecnica</a:t>
            </a:r>
            <a:r>
              <a:rPr lang="es-ES" altLang="es-ES" i="1" baseline="0" dirty="0">
                <a:latin typeface="Arial" panose="020B0604020202020204" pitchFamily="34" charset="0"/>
              </a:rPr>
              <a:t> y Civilización</a:t>
            </a:r>
            <a:r>
              <a:rPr lang="es-ES" altLang="es-ES" i="0" baseline="0" dirty="0">
                <a:latin typeface="Arial" panose="020B0604020202020204" pitchFamily="34" charset="0"/>
              </a:rPr>
              <a:t>; es la aplicación de una Técnica, o un conjunto de ellas, utilizando el método científico. </a:t>
            </a:r>
          </a:p>
          <a:p>
            <a:pPr marL="0" indent="0" eaLnBrk="1" hangingPunct="1">
              <a:buFont typeface="Arial" panose="020B0604020202020204" pitchFamily="34" charset="0"/>
              <a:buNone/>
            </a:pPr>
            <a:r>
              <a:rPr lang="es-ES" altLang="es-ES" i="0" baseline="0" dirty="0">
                <a:latin typeface="Arial" panose="020B0604020202020204" pitchFamily="34" charset="0"/>
              </a:rPr>
              <a:t>La técnica (del griego </a:t>
            </a:r>
            <a:r>
              <a:rPr lang="es-ES" i="1" dirty="0" err="1"/>
              <a:t>téchnē</a:t>
            </a:r>
            <a:r>
              <a:rPr lang="es-ES" dirty="0"/>
              <a:t> ‘arte’) se</a:t>
            </a:r>
            <a:r>
              <a:rPr lang="es-ES" altLang="es-ES" i="0" baseline="0" dirty="0">
                <a:latin typeface="Arial" panose="020B0604020202020204" pitchFamily="34" charset="0"/>
              </a:rPr>
              <a:t> define clásicamente como un conjunto de instrucciones, </a:t>
            </a:r>
            <a:r>
              <a:rPr lang="es-ES" dirty="0"/>
              <a:t>procedimientos, reglas, normas, acciones y </a:t>
            </a:r>
            <a:r>
              <a:rPr lang="es-ES" dirty="0">
                <a:hlinkClick r:id="rId3" tooltip="Protocolos"/>
              </a:rPr>
              <a:t>protocolos</a:t>
            </a:r>
            <a:r>
              <a:rPr lang="es-ES" dirty="0"/>
              <a:t> que tiene como objetivo obtener un resultado determinado y efectivo.</a:t>
            </a:r>
          </a:p>
          <a:p>
            <a:pPr marL="0" indent="0" eaLnBrk="1" hangingPunct="1">
              <a:buFont typeface="Arial" panose="020B0604020202020204" pitchFamily="34" charset="0"/>
              <a:buNone/>
            </a:pPr>
            <a:endParaRPr lang="es-ES" altLang="es-ES" dirty="0">
              <a:latin typeface="Arial" panose="020B0604020202020204" pitchFamily="34" charset="0"/>
            </a:endParaRPr>
          </a:p>
          <a:p>
            <a:pPr marL="0" indent="0" eaLnBrk="1" hangingPunct="1">
              <a:buFont typeface="Arial" panose="020B0604020202020204" pitchFamily="34" charset="0"/>
              <a:buNone/>
            </a:pPr>
            <a:r>
              <a:rPr lang="es-ES" altLang="es-ES" dirty="0">
                <a:latin typeface="Arial" panose="020B0604020202020204" pitchFamily="34" charset="0"/>
              </a:rPr>
              <a:t>Entonces, la tecnología es una aplicación concreta de la técnica.</a:t>
            </a:r>
            <a:r>
              <a:rPr lang="es-ES" altLang="es-ES" baseline="0" dirty="0">
                <a:latin typeface="Arial" panose="020B0604020202020204" pitchFamily="34" charset="0"/>
              </a:rPr>
              <a:t> (ejemplo de hacer el arroz, o cocinar en general)</a:t>
            </a:r>
          </a:p>
          <a:p>
            <a:pPr marL="0" indent="0" eaLnBrk="1" hangingPunct="1">
              <a:buFont typeface="Arial" panose="020B0604020202020204" pitchFamily="34" charset="0"/>
              <a:buNone/>
            </a:pPr>
            <a:endParaRPr lang="es-ES" altLang="es-ES" baseline="0" dirty="0">
              <a:latin typeface="Arial" panose="020B0604020202020204" pitchFamily="34" charset="0"/>
            </a:endParaRPr>
          </a:p>
          <a:p>
            <a:pPr marL="0" indent="0" eaLnBrk="1" hangingPunct="1">
              <a:buFont typeface="Arial" panose="020B0604020202020204" pitchFamily="34" charset="0"/>
              <a:buNone/>
            </a:pPr>
            <a:r>
              <a:rPr lang="es-ES" altLang="es-ES" baseline="0" dirty="0">
                <a:latin typeface="Arial" panose="020B0604020202020204" pitchFamily="34" charset="0"/>
              </a:rPr>
              <a:t>La asunción básica de que la técnica y la tecnología son buenas </a:t>
            </a:r>
            <a:r>
              <a:rPr lang="es-ES" altLang="es-ES" i="1" baseline="0" dirty="0">
                <a:latin typeface="Arial" panose="020B0604020202020204" pitchFamily="34" charset="0"/>
              </a:rPr>
              <a:t>per-se, y con su mera utilización ya es suficiente para alcanzar el Bien</a:t>
            </a:r>
            <a:r>
              <a:rPr lang="es-ES" altLang="es-ES" i="0" baseline="0" dirty="0">
                <a:latin typeface="Arial" panose="020B0604020202020204" pitchFamily="34" charset="0"/>
              </a:rPr>
              <a:t> es el tecno-optimismo</a:t>
            </a:r>
            <a:endParaRPr lang="es-ES" altLang="es-ES" dirty="0">
              <a:latin typeface="Arial" panose="020B0604020202020204" pitchFamily="34" charset="0"/>
            </a:endParaRPr>
          </a:p>
          <a:p>
            <a:endParaRPr lang="es-ES" sz="1200" b="1" dirty="0" smtClean="0">
              <a:effectLst/>
              <a:ea typeface="ＭＳ Ｐゴシック" panose="020B0600070205080204" pitchFamily="34" charset="-128"/>
            </a:endParaRPr>
          </a:p>
          <a:p>
            <a:r>
              <a:rPr lang="es-ES" sz="1200" b="1" dirty="0" smtClean="0">
                <a:effectLst/>
                <a:ea typeface="ＭＳ Ｐゴシック" panose="020B0600070205080204" pitchFamily="34" charset="-128"/>
              </a:rPr>
              <a:t>¿Así que tú crees que la tecnología es neutra? | T3chFest 2018</a:t>
            </a:r>
            <a:br>
              <a:rPr lang="es-ES" sz="1200" b="1" dirty="0" smtClean="0">
                <a:effectLst/>
                <a:ea typeface="ＭＳ Ｐゴシック" panose="020B0600070205080204" pitchFamily="34" charset="-128"/>
              </a:rPr>
            </a:br>
            <a:r>
              <a:rPr lang="es-ES" sz="1200" u="sng" dirty="0" smtClean="0">
                <a:effectLst/>
                <a:ea typeface="ＭＳ Ｐゴシック" panose="020B0600070205080204" pitchFamily="34" charset="-128"/>
                <a:hlinkClick r:id="rId4"/>
              </a:rPr>
              <a:t>https://www.youtube.com/watch?v=uRXWLLVWVMY</a:t>
            </a:r>
            <a:r>
              <a:rPr lang="es-ES" sz="1200" dirty="0" smtClean="0">
                <a:effectLst/>
                <a:ea typeface="ＭＳ Ｐゴシック" panose="020B0600070205080204" pitchFamily="34" charset="-128"/>
              </a:rPr>
              <a:t/>
            </a:r>
            <a:br>
              <a:rPr lang="es-ES" sz="1200" dirty="0" smtClean="0">
                <a:effectLst/>
                <a:ea typeface="ＭＳ Ｐゴシック" panose="020B0600070205080204" pitchFamily="34" charset="-128"/>
              </a:rPr>
            </a:br>
            <a:endParaRPr lang="es-ES" sz="1200" dirty="0" smtClean="0">
              <a:effectLst/>
              <a:ea typeface="ＭＳ Ｐゴシック" panose="020B0600070205080204" pitchFamily="34" charset="-128"/>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9</a:t>
            </a:fld>
            <a:endParaRPr lang="es-ES"/>
          </a:p>
        </p:txBody>
      </p:sp>
    </p:spTree>
    <p:extLst>
      <p:ext uri="{BB962C8B-B14F-4D97-AF65-F5344CB8AC3E}">
        <p14:creationId xmlns:p14="http://schemas.microsoft.com/office/powerpoint/2010/main" val="4291276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lgn="l">
              <a:lnSpc>
                <a:spcPct val="90000"/>
              </a:lnSpc>
              <a:buNone/>
            </a:pPr>
            <a:r>
              <a:rPr lang="es-ES" altLang="es-ES" sz="1200" b="1" dirty="0">
                <a:effectLst/>
              </a:rPr>
              <a:t>Tecno-optimismo</a:t>
            </a:r>
            <a:r>
              <a:rPr lang="es-ES" altLang="es-ES" sz="1200" dirty="0">
                <a:effectLst/>
              </a:rPr>
              <a:t> (1945-1955): </a:t>
            </a:r>
          </a:p>
          <a:p>
            <a:pPr marL="727075">
              <a:lnSpc>
                <a:spcPct val="90000"/>
              </a:lnSpc>
              <a:buFont typeface="Arial" panose="020B0604020202020204" pitchFamily="34" charset="0"/>
              <a:buChar char="•"/>
            </a:pPr>
            <a:r>
              <a:rPr lang="es-ES" altLang="es-ES" sz="1200" dirty="0">
                <a:effectLst/>
              </a:rPr>
              <a:t> Vannevar Bush, en su Informe al Presidente</a:t>
            </a:r>
            <a:r>
              <a:rPr lang="es-ES" altLang="es-ES" sz="1200" baseline="0" dirty="0">
                <a:effectLst/>
              </a:rPr>
              <a:t> </a:t>
            </a:r>
            <a:r>
              <a:rPr lang="es-ES" altLang="es-ES" sz="1200" baseline="0" dirty="0" err="1">
                <a:effectLst/>
              </a:rPr>
              <a:t>Roosvelt</a:t>
            </a:r>
            <a:r>
              <a:rPr lang="es-ES" altLang="es-ES" sz="1200" baseline="0" dirty="0">
                <a:effectLst/>
              </a:rPr>
              <a:t> después de ganar la Guerra (y de haber dirigido el proyecto Manhattan) sienta las bases de lo que será el Complejo Científico Militar y de Mercado, a través de regular cómo se deberá financiar públicamente la Ciencia.</a:t>
            </a:r>
          </a:p>
          <a:p>
            <a:pPr marL="727075">
              <a:lnSpc>
                <a:spcPct val="90000"/>
              </a:lnSpc>
              <a:buFont typeface="Arial" panose="020B0604020202020204" pitchFamily="34" charset="0"/>
              <a:buChar char="•"/>
            </a:pPr>
            <a:r>
              <a:rPr lang="es-ES" altLang="es-ES" sz="1200" baseline="0" dirty="0">
                <a:effectLst/>
              </a:rPr>
              <a:t>El Estado se convierte en el financiador principal de la Ciencia y la Innovación</a:t>
            </a:r>
          </a:p>
          <a:p>
            <a:pPr marL="727075">
              <a:lnSpc>
                <a:spcPct val="90000"/>
              </a:lnSpc>
              <a:buFont typeface="Arial" panose="020B0604020202020204" pitchFamily="34" charset="0"/>
              <a:buChar char="•"/>
            </a:pPr>
            <a:r>
              <a:rPr lang="es-ES" altLang="es-ES" sz="1200" baseline="0" dirty="0">
                <a:effectLst/>
              </a:rPr>
              <a:t>Inicio de la Carrera Espacial, por ejemplo</a:t>
            </a:r>
          </a:p>
          <a:p>
            <a:pPr marL="727075">
              <a:lnSpc>
                <a:spcPct val="90000"/>
              </a:lnSpc>
              <a:buFont typeface="Arial" panose="020B0604020202020204" pitchFamily="34" charset="0"/>
              <a:buChar char="•"/>
            </a:pPr>
            <a:endParaRPr lang="es-ES" altLang="es-ES" sz="1200" dirty="0">
              <a:effectLst/>
            </a:endParaRPr>
          </a:p>
          <a:p>
            <a:pPr marL="0" indent="0" algn="l">
              <a:lnSpc>
                <a:spcPct val="90000"/>
              </a:lnSpc>
              <a:buNone/>
            </a:pPr>
            <a:r>
              <a:rPr lang="es-ES" altLang="es-ES" sz="1200" b="1" dirty="0">
                <a:effectLst/>
              </a:rPr>
              <a:t>Reflexión y alerta </a:t>
            </a:r>
            <a:r>
              <a:rPr lang="es-ES" altLang="es-ES" sz="1200" dirty="0">
                <a:effectLst/>
              </a:rPr>
              <a:t>(1955-1968)</a:t>
            </a:r>
          </a:p>
          <a:p>
            <a:pPr marL="727075">
              <a:lnSpc>
                <a:spcPct val="90000"/>
              </a:lnSpc>
              <a:buFont typeface="Arial" panose="020B0604020202020204" pitchFamily="34" charset="0"/>
              <a:buChar char="•"/>
            </a:pPr>
            <a:r>
              <a:rPr lang="es-ES" altLang="es-ES" sz="1200" dirty="0" err="1">
                <a:effectLst/>
              </a:rPr>
              <a:t>Rusell</a:t>
            </a:r>
            <a:r>
              <a:rPr lang="es-ES" altLang="es-ES" sz="1200" dirty="0">
                <a:effectLst/>
              </a:rPr>
              <a:t> y Einstein instan a un mayor compromiso político</a:t>
            </a:r>
          </a:p>
          <a:p>
            <a:pPr marL="727075">
              <a:lnSpc>
                <a:spcPct val="90000"/>
              </a:lnSpc>
              <a:buFont typeface="Arial" panose="020B0604020202020204" pitchFamily="34" charset="0"/>
              <a:buChar char="•"/>
            </a:pPr>
            <a:r>
              <a:rPr lang="es-ES" altLang="es-ES" sz="1200" dirty="0">
                <a:effectLst/>
              </a:rPr>
              <a:t>Primer accidente nuclear (1957)</a:t>
            </a:r>
          </a:p>
          <a:p>
            <a:pPr marL="727075">
              <a:lnSpc>
                <a:spcPct val="90000"/>
              </a:lnSpc>
              <a:buFont typeface="Arial" panose="020B0604020202020204" pitchFamily="34" charset="0"/>
              <a:buChar char="•"/>
            </a:pPr>
            <a:endParaRPr lang="es-ES" altLang="es-ES" sz="1200" dirty="0">
              <a:effectLst/>
            </a:endParaRPr>
          </a:p>
          <a:p>
            <a:pPr marL="0" indent="0">
              <a:lnSpc>
                <a:spcPct val="90000"/>
              </a:lnSpc>
              <a:buNone/>
            </a:pPr>
            <a:r>
              <a:rPr lang="es-ES" altLang="es-ES" sz="2000" b="1" dirty="0">
                <a:effectLst/>
              </a:rPr>
              <a:t>Progresiva reacción (académica, social y administrativa) </a:t>
            </a:r>
            <a:r>
              <a:rPr lang="es-ES" altLang="es-ES" sz="2000" b="1" dirty="0">
                <a:solidFill>
                  <a:srgbClr val="FF0000"/>
                </a:solidFill>
                <a:effectLst/>
              </a:rPr>
              <a:t>CONCIENCIACIÓN CRECIENTE</a:t>
            </a:r>
          </a:p>
          <a:p>
            <a:pPr marL="0" indent="0">
              <a:lnSpc>
                <a:spcPct val="90000"/>
              </a:lnSpc>
              <a:buNone/>
            </a:pPr>
            <a:endParaRPr lang="es-ES" altLang="es-ES" sz="2000" b="0" dirty="0">
              <a:solidFill>
                <a:srgbClr val="FF0000"/>
              </a:solidFill>
              <a:effectLst/>
            </a:endParaRPr>
          </a:p>
          <a:p>
            <a:pPr marL="800100" lvl="1" indent="-342900">
              <a:lnSpc>
                <a:spcPct val="90000"/>
              </a:lnSpc>
              <a:buFont typeface="Arial" panose="020B0604020202020204" pitchFamily="34" charset="0"/>
              <a:buChar char="•"/>
            </a:pPr>
            <a:r>
              <a:rPr lang="es-ES" altLang="es-ES" sz="2000" b="0" dirty="0">
                <a:solidFill>
                  <a:srgbClr val="FF0000"/>
                </a:solidFill>
                <a:effectLst/>
              </a:rPr>
              <a:t>Progresiva</a:t>
            </a:r>
            <a:r>
              <a:rPr lang="es-ES" altLang="es-ES" sz="2000" b="0" baseline="0" dirty="0">
                <a:solidFill>
                  <a:srgbClr val="FF0000"/>
                </a:solidFill>
                <a:effectLst/>
              </a:rPr>
              <a:t> y creciente preocupación por las “aplicaciones naturales” del conocimiento científico y la tecnología.</a:t>
            </a:r>
          </a:p>
          <a:p>
            <a:pPr marL="800100" lvl="1" indent="-342900">
              <a:lnSpc>
                <a:spcPct val="90000"/>
              </a:lnSpc>
              <a:buFont typeface="Arial" panose="020B0604020202020204" pitchFamily="34" charset="0"/>
              <a:buChar char="•"/>
            </a:pPr>
            <a:r>
              <a:rPr lang="es-ES" altLang="es-ES" sz="2000" b="0" baseline="0" dirty="0">
                <a:solidFill>
                  <a:srgbClr val="FF0000"/>
                </a:solidFill>
                <a:effectLst/>
              </a:rPr>
              <a:t>El problema de la noción de “Desarrollo” (que viene de los años ‘70 del Siglo XX) y todas sus críticas.</a:t>
            </a:r>
          </a:p>
          <a:p>
            <a:pPr marL="727075">
              <a:lnSpc>
                <a:spcPct val="90000"/>
              </a:lnSpc>
              <a:buFont typeface="Arial" panose="020B0604020202020204" pitchFamily="34" charset="0"/>
              <a:buChar char="•"/>
            </a:pPr>
            <a:endParaRPr lang="es-ES" altLang="es-ES" sz="1200" dirty="0">
              <a:effectLst/>
            </a:endParaRPr>
          </a:p>
        </p:txBody>
      </p:sp>
      <p:sp>
        <p:nvSpPr>
          <p:cNvPr id="4" name="Marcador de número de diapositiva 3"/>
          <p:cNvSpPr>
            <a:spLocks noGrp="1"/>
          </p:cNvSpPr>
          <p:nvPr>
            <p:ph type="sldNum" sz="quarter" idx="5"/>
          </p:nvPr>
        </p:nvSpPr>
        <p:spPr/>
        <p:txBody>
          <a:bodyPr/>
          <a:lstStyle/>
          <a:p>
            <a:fld id="{7C1D7475-3A4C-451E-84F4-15FDA2C826AA}" type="slidenum">
              <a:rPr lang="es-ES" smtClean="0"/>
              <a:t>10</a:t>
            </a:fld>
            <a:endParaRPr lang="es-ES"/>
          </a:p>
        </p:txBody>
      </p:sp>
    </p:spTree>
    <p:extLst>
      <p:ext uri="{BB962C8B-B14F-4D97-AF65-F5344CB8AC3E}">
        <p14:creationId xmlns:p14="http://schemas.microsoft.com/office/powerpoint/2010/main" val="1531147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eaLnBrk="1" hangingPunct="1">
              <a:buFont typeface="Arial" panose="020B0604020202020204" pitchFamily="34" charset="0"/>
              <a:buNone/>
              <a:defRPr/>
            </a:pPr>
            <a:r>
              <a:rPr lang="es-ES" sz="1800" b="0" kern="1200" dirty="0">
                <a:solidFill>
                  <a:schemeClr val="tx2"/>
                </a:solidFill>
                <a:latin typeface="+mn-lt"/>
                <a:ea typeface="MS PGothic" panose="020B0600070205080204" pitchFamily="34" charset="-128"/>
                <a:cs typeface="Arial" pitchFamily="34" charset="0"/>
              </a:rPr>
              <a:t>Algunas</a:t>
            </a:r>
            <a:r>
              <a:rPr lang="es-ES" sz="1800" b="0" kern="1200" baseline="0" dirty="0">
                <a:solidFill>
                  <a:schemeClr val="tx2"/>
                </a:solidFill>
                <a:latin typeface="+mn-lt"/>
                <a:ea typeface="MS PGothic" panose="020B0600070205080204" pitchFamily="34" charset="-128"/>
                <a:cs typeface="Arial" pitchFamily="34" charset="0"/>
              </a:rPr>
              <a:t> críticas al modelo tecno-optimista (o tecno-hermético):</a:t>
            </a:r>
            <a:endParaRPr lang="es-ES" sz="1800" b="0" kern="1200" dirty="0">
              <a:solidFill>
                <a:schemeClr val="tx2"/>
              </a:solidFill>
              <a:latin typeface="+mn-lt"/>
              <a:ea typeface="MS PGothic" panose="020B0600070205080204" pitchFamily="34" charset="-128"/>
              <a:cs typeface="Arial" pitchFamily="34" charset="0"/>
            </a:endParaRPr>
          </a:p>
          <a:p>
            <a:pPr marL="285750" indent="-285750" eaLnBrk="1" hangingPunct="1">
              <a:buFont typeface="Arial" panose="020B0604020202020204" pitchFamily="34" charset="0"/>
              <a:buChar char="•"/>
              <a:defRPr/>
            </a:pPr>
            <a:r>
              <a:rPr lang="es-ES" sz="1800" b="0" kern="1200" dirty="0">
                <a:solidFill>
                  <a:schemeClr val="tx2"/>
                </a:solidFill>
                <a:latin typeface="+mn-lt"/>
                <a:ea typeface="MS PGothic" panose="020B0600070205080204" pitchFamily="34" charset="-128"/>
                <a:cs typeface="Arial" pitchFamily="34" charset="0"/>
              </a:rPr>
              <a:t>No es la mera tecnología la que proporciona el bienestar, sino las acciones y condiciones que permiten el acceso a ella en unas u otras condiciones (socialización, comercialización, legislación,...)</a:t>
            </a:r>
          </a:p>
          <a:p>
            <a:pPr marL="285750" indent="-285750" eaLnBrk="1" hangingPunct="1">
              <a:buFont typeface="Arial" panose="020B0604020202020204" pitchFamily="34" charset="0"/>
              <a:buChar char="•"/>
              <a:defRPr/>
            </a:pPr>
            <a:r>
              <a:rPr lang="es-ES" sz="1800" b="0" kern="1200" dirty="0">
                <a:solidFill>
                  <a:schemeClr val="tx2"/>
                </a:solidFill>
                <a:latin typeface="+mn-lt"/>
                <a:ea typeface="MS PGothic" panose="020B0600070205080204" pitchFamily="34" charset="-128"/>
                <a:cs typeface="Arial" pitchFamily="34" charset="0"/>
              </a:rPr>
              <a:t>Ni la</a:t>
            </a:r>
            <a:r>
              <a:rPr lang="es-ES" sz="1800" b="0" kern="1200" baseline="0" dirty="0">
                <a:solidFill>
                  <a:schemeClr val="tx2"/>
                </a:solidFill>
                <a:latin typeface="+mn-lt"/>
                <a:ea typeface="MS PGothic" panose="020B0600070205080204" pitchFamily="34" charset="-128"/>
                <a:cs typeface="Arial" pitchFamily="34" charset="0"/>
              </a:rPr>
              <a:t> técnica ni la tecnología son neutrales. La no-neutralidad de la técnica queda fuera de esta asignatura pero puede consultarse: </a:t>
            </a:r>
            <a:r>
              <a:rPr lang="es-ES" sz="1800" b="0" i="1" kern="1200" baseline="0" dirty="0">
                <a:solidFill>
                  <a:schemeClr val="tx2"/>
                </a:solidFill>
                <a:latin typeface="+mn-lt"/>
                <a:ea typeface="MS PGothic" panose="020B0600070205080204" pitchFamily="34" charset="-128"/>
                <a:cs typeface="Arial" pitchFamily="34" charset="0"/>
              </a:rPr>
              <a:t>Técnica y autonomía. Una reflexión filosófica sobre la no neutralidad de la técnica desde la obra de Cornelius Castoriadis, </a:t>
            </a:r>
            <a:r>
              <a:rPr lang="es-ES" sz="1800" dirty="0">
                <a:hlinkClick r:id="rId3"/>
              </a:rPr>
              <a:t>http://hdl.handle.net/10486/686660</a:t>
            </a:r>
            <a:r>
              <a:rPr lang="es-ES" sz="1800" dirty="0"/>
              <a:t>.</a:t>
            </a:r>
          </a:p>
          <a:p>
            <a:pPr marL="285750" indent="-285750" eaLnBrk="1" hangingPunct="1">
              <a:buFont typeface="Arial" panose="020B0604020202020204" pitchFamily="34" charset="0"/>
              <a:buChar char="•"/>
              <a:defRPr/>
            </a:pPr>
            <a:r>
              <a:rPr lang="es-ES" sz="1800" b="0" i="0" kern="1200" dirty="0">
                <a:solidFill>
                  <a:schemeClr val="tx2"/>
                </a:solidFill>
                <a:latin typeface="+mn-lt"/>
                <a:ea typeface="MS PGothic" panose="020B0600070205080204" pitchFamily="34" charset="-128"/>
                <a:cs typeface="Arial" pitchFamily="34" charset="0"/>
              </a:rPr>
              <a:t>Tanto</a:t>
            </a:r>
            <a:r>
              <a:rPr lang="es-ES" sz="1800" b="0" i="0" kern="1200" baseline="0" dirty="0">
                <a:solidFill>
                  <a:schemeClr val="tx2"/>
                </a:solidFill>
                <a:latin typeface="+mn-lt"/>
                <a:ea typeface="MS PGothic" panose="020B0600070205080204" pitchFamily="34" charset="-128"/>
                <a:cs typeface="Arial" pitchFamily="34" charset="0"/>
              </a:rPr>
              <a:t> una como la otra NO SON NEUTRALES en tanto que, como hemos visto, se producen en contextos y situaciones determinadas. Pero sobre todo porque su producción (caso del ADN) y sus CONSECUENCIAS son SOCIALES</a:t>
            </a:r>
          </a:p>
          <a:p>
            <a:pPr marL="285750" indent="-285750" eaLnBrk="1" hangingPunct="1">
              <a:buFont typeface="Arial" panose="020B0604020202020204" pitchFamily="34" charset="0"/>
              <a:buChar char="•"/>
              <a:defRPr/>
            </a:pPr>
            <a:r>
              <a:rPr lang="es-ES" sz="1800" b="0" i="0" kern="1200" baseline="0" dirty="0">
                <a:solidFill>
                  <a:schemeClr val="tx2"/>
                </a:solidFill>
                <a:latin typeface="+mn-lt"/>
                <a:ea typeface="MS PGothic" panose="020B0600070205080204" pitchFamily="34" charset="-128"/>
                <a:cs typeface="Arial" pitchFamily="34" charset="0"/>
              </a:rPr>
              <a:t>Esto abre la puerta a analizar cómo son pensadas, producidas, y qué consecuencias tienen</a:t>
            </a:r>
          </a:p>
          <a:p>
            <a:pPr marL="742950" lvl="1" indent="-285750" eaLnBrk="1" hangingPunct="1">
              <a:buFont typeface="Arial" panose="020B0604020202020204" pitchFamily="34" charset="0"/>
              <a:buChar char="•"/>
              <a:defRPr/>
            </a:pPr>
            <a:r>
              <a:rPr lang="es-ES" sz="1800" b="0" i="0" kern="1200" baseline="0" dirty="0">
                <a:solidFill>
                  <a:schemeClr val="tx2"/>
                </a:solidFill>
                <a:latin typeface="+mn-lt"/>
                <a:ea typeface="MS PGothic" panose="020B0600070205080204" pitchFamily="34" charset="-128"/>
                <a:cs typeface="Arial" pitchFamily="34" charset="0"/>
              </a:rPr>
              <a:t>VER TEXTO DE LANGDON WINNER</a:t>
            </a:r>
          </a:p>
          <a:p>
            <a:pPr marL="742950" lvl="1" indent="-285750" eaLnBrk="1" hangingPunct="1">
              <a:buFont typeface="Arial" panose="020B0604020202020204" pitchFamily="34" charset="0"/>
              <a:buChar char="•"/>
              <a:defRPr/>
            </a:pPr>
            <a:endParaRPr lang="es-ES" sz="1800" b="0" i="0"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r>
              <a:rPr lang="es-ES" sz="1800" b="1" kern="1200" dirty="0" smtClean="0">
                <a:solidFill>
                  <a:schemeClr val="tx2"/>
                </a:solidFill>
                <a:latin typeface="+mn-lt"/>
                <a:ea typeface="MS PGothic" panose="020B0600070205080204" pitchFamily="34" charset="-128"/>
                <a:cs typeface="Arial" pitchFamily="34" charset="0"/>
              </a:rPr>
              <a:t>NOTA SOBRE NEUTRALIDAD  DE LA TECNOLOGÍA</a:t>
            </a:r>
          </a:p>
          <a:p>
            <a:r>
              <a:rPr lang="es-ES" sz="1200" b="0" i="0" u="none" strike="noStrike" kern="1200" baseline="0" dirty="0" smtClean="0">
                <a:solidFill>
                  <a:schemeClr val="tx1"/>
                </a:solidFill>
                <a:latin typeface="+mn-lt"/>
                <a:ea typeface="+mn-ea"/>
                <a:cs typeface="+mn-cs"/>
              </a:rPr>
              <a:t>Stephanie Hare, investigadora y autora, </a:t>
            </a:r>
            <a:r>
              <a:rPr lang="en-US" sz="1200" b="0" i="0" u="none" strike="noStrike" kern="1200" baseline="0" dirty="0" smtClean="0">
                <a:solidFill>
                  <a:schemeClr val="tx1"/>
                </a:solidFill>
                <a:latin typeface="+mn-lt"/>
                <a:ea typeface="+mn-ea"/>
                <a:cs typeface="+mn-cs"/>
              </a:rPr>
              <a:t>describe </a:t>
            </a:r>
            <a:r>
              <a:rPr lang="en-US" sz="1200" b="0" i="0" u="none" strike="noStrike" kern="1200" baseline="0" dirty="0" err="1" smtClean="0">
                <a:solidFill>
                  <a:schemeClr val="tx1"/>
                </a:solidFill>
                <a:latin typeface="+mn-lt"/>
                <a:ea typeface="+mn-ea"/>
                <a:cs typeface="+mn-cs"/>
              </a:rPr>
              <a:t>en</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su</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nuevo</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libro</a:t>
            </a:r>
            <a:r>
              <a:rPr lang="en-US" sz="1200" b="0" i="0" u="none" strike="noStrike" kern="1200" baseline="0" dirty="0" smtClean="0">
                <a:solidFill>
                  <a:schemeClr val="tx1"/>
                </a:solidFill>
                <a:latin typeface="+mn-lt"/>
                <a:ea typeface="+mn-ea"/>
                <a:cs typeface="+mn-cs"/>
              </a:rPr>
              <a:t> </a:t>
            </a:r>
            <a:r>
              <a:rPr lang="en-US" sz="1200" b="0" i="1" u="none" strike="noStrike" kern="1200" baseline="0" dirty="0" smtClean="0">
                <a:solidFill>
                  <a:schemeClr val="tx1"/>
                </a:solidFill>
                <a:latin typeface="+mn-lt"/>
                <a:ea typeface="+mn-ea"/>
                <a:cs typeface="+mn-cs"/>
              </a:rPr>
              <a:t>Technology Is Not Neutral: A Short Guide to Technology Ethics</a:t>
            </a:r>
          </a:p>
          <a:p>
            <a:r>
              <a:rPr lang="es-ES" sz="1200" b="0" i="0" u="none" strike="noStrike" kern="1200" baseline="0" dirty="0" smtClean="0">
                <a:solidFill>
                  <a:schemeClr val="tx1"/>
                </a:solidFill>
                <a:latin typeface="+mn-lt"/>
                <a:ea typeface="+mn-ea"/>
                <a:cs typeface="+mn-cs"/>
              </a:rPr>
              <a:t>(2022) como las decisiones tomadas durante el proceso de desarrollo de la tecnología reflejan las elecciones y prioridades de quienes están involucrados en su creación, con sus propios sesgos, creencias y agendas.</a:t>
            </a:r>
            <a:endParaRPr lang="es-ES" sz="1800" b="1" kern="1200" dirty="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a:solidFill>
                <a:schemeClr val="tx2"/>
              </a:solidFill>
              <a:latin typeface="+mn-lt"/>
              <a:ea typeface="MS PGothic" panose="020B0600070205080204" pitchFamily="34" charset="-128"/>
              <a:cs typeface="Arial" pitchFamily="34" charset="0"/>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800" b="1" dirty="0" smtClean="0"/>
              <a:t>¿Así que tú crees que la tecnología es neutra? - </a:t>
            </a:r>
            <a:r>
              <a:rPr lang="es-ES" sz="1800" b="1" dirty="0" err="1" smtClean="0"/>
              <a:t>Jesus</a:t>
            </a:r>
            <a:r>
              <a:rPr lang="es-ES" sz="1800" b="1" dirty="0" smtClean="0"/>
              <a:t> M González | T3chFest 2018</a:t>
            </a:r>
          </a:p>
          <a:p>
            <a:pPr marL="0" indent="0" eaLnBrk="1" hangingPunct="1">
              <a:buFont typeface="Arial" panose="020B0604020202020204" pitchFamily="34" charset="0"/>
              <a:buNone/>
              <a:defRPr/>
            </a:pPr>
            <a:r>
              <a:rPr lang="es-ES" sz="1800" b="1" kern="1200" dirty="0" smtClean="0">
                <a:solidFill>
                  <a:schemeClr val="tx2"/>
                </a:solidFill>
                <a:latin typeface="+mn-lt"/>
                <a:ea typeface="MS PGothic" panose="020B0600070205080204" pitchFamily="34" charset="-128"/>
                <a:cs typeface="Arial" pitchFamily="34" charset="0"/>
              </a:rPr>
              <a:t>Jesús</a:t>
            </a:r>
            <a:r>
              <a:rPr lang="es-ES" sz="1800" b="1" kern="1200" baseline="0" dirty="0" smtClean="0">
                <a:solidFill>
                  <a:schemeClr val="tx2"/>
                </a:solidFill>
                <a:latin typeface="+mn-lt"/>
                <a:ea typeface="MS PGothic" panose="020B0600070205080204" pitchFamily="34" charset="-128"/>
                <a:cs typeface="Arial" pitchFamily="34" charset="0"/>
              </a:rPr>
              <a:t> </a:t>
            </a:r>
            <a:r>
              <a:rPr lang="es-ES" sz="1800" b="1" kern="1200" baseline="0" dirty="0" err="1" smtClean="0">
                <a:solidFill>
                  <a:schemeClr val="tx2"/>
                </a:solidFill>
                <a:latin typeface="+mn-lt"/>
                <a:ea typeface="MS PGothic" panose="020B0600070205080204" pitchFamily="34" charset="-128"/>
                <a:cs typeface="Arial" pitchFamily="34" charset="0"/>
              </a:rPr>
              <a:t>G.Barahona</a:t>
            </a:r>
            <a:endParaRPr lang="es-ES" sz="1800" b="1" kern="1200" dirty="0" smtClean="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r>
              <a:rPr lang="es-ES" sz="1800" b="1" kern="1200" dirty="0" smtClean="0">
                <a:solidFill>
                  <a:schemeClr val="tx2"/>
                </a:solidFill>
                <a:latin typeface="+mn-lt"/>
                <a:ea typeface="MS PGothic" panose="020B0600070205080204" pitchFamily="34" charset="-128"/>
                <a:cs typeface="Arial" pitchFamily="34" charset="0"/>
              </a:rPr>
              <a:t>https://www.youtube.com/watch?v=Urxwllvwvmy</a:t>
            </a:r>
          </a:p>
          <a:p>
            <a:pPr marL="0" indent="0" eaLnBrk="1" hangingPunct="1">
              <a:buFont typeface="Arial" panose="020B0604020202020204" pitchFamily="34" charset="0"/>
              <a:buNone/>
              <a:defRPr/>
            </a:pPr>
            <a:endParaRPr lang="es-ES" sz="1800" b="1" kern="1200" dirty="0" smtClean="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smtClean="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smtClean="0">
              <a:solidFill>
                <a:schemeClr val="tx2"/>
              </a:solidFill>
              <a:latin typeface="+mn-lt"/>
              <a:ea typeface="MS PGothic" panose="020B0600070205080204" pitchFamily="34" charset="-128"/>
              <a:cs typeface="Arial" pitchFamily="34" charset="0"/>
            </a:endParaRPr>
          </a:p>
          <a:p>
            <a:pPr marL="0" indent="0" eaLnBrk="1" hangingPunct="1">
              <a:buFont typeface="Arial" panose="020B0604020202020204" pitchFamily="34" charset="0"/>
              <a:buNone/>
              <a:defRPr/>
            </a:pPr>
            <a:endParaRPr lang="es-ES" sz="1800" b="1" kern="1200" dirty="0">
              <a:solidFill>
                <a:schemeClr val="tx2"/>
              </a:solidFill>
              <a:latin typeface="+mn-lt"/>
              <a:ea typeface="MS PGothic" panose="020B0600070205080204" pitchFamily="34" charset="-128"/>
              <a:cs typeface="Arial" pitchFamily="34" charset="0"/>
            </a:endParaRPr>
          </a:p>
          <a:p>
            <a:pPr marL="285750" indent="-285750" eaLnBrk="1" hangingPunct="1">
              <a:buFont typeface="Arial" panose="020B0604020202020204" pitchFamily="34" charset="0"/>
              <a:buChar char="•"/>
              <a:defRPr/>
            </a:pPr>
            <a:r>
              <a:rPr lang="es-ES" sz="1800" b="1" kern="1200" dirty="0">
                <a:solidFill>
                  <a:schemeClr val="tx2"/>
                </a:solidFill>
                <a:latin typeface="+mn-lt"/>
                <a:ea typeface="MS PGothic" panose="020B0600070205080204" pitchFamily="34" charset="-128"/>
                <a:cs typeface="Arial" pitchFamily="34" charset="0"/>
              </a:rPr>
              <a:t>EEUU:  </a:t>
            </a:r>
            <a:r>
              <a:rPr lang="es-ES" sz="1200" kern="1200" dirty="0">
                <a:solidFill>
                  <a:schemeClr val="tx1"/>
                </a:solidFill>
                <a:latin typeface="+mn-lt"/>
                <a:ea typeface="MS PGothic" panose="020B0600070205080204" pitchFamily="34" charset="-128"/>
                <a:cs typeface="Arial" pitchFamily="34" charset="0"/>
                <a:hlinkClick r:id="rId4"/>
              </a:rPr>
              <a:t>http://sociedad.elpais.com/sociedad/2014/05/15/actualidad/1400174991_400154.html</a:t>
            </a:r>
            <a:endParaRPr lang="es-ES" sz="1200" kern="1200" dirty="0">
              <a:solidFill>
                <a:schemeClr val="tx1"/>
              </a:solidFill>
              <a:latin typeface="+mn-lt"/>
              <a:ea typeface="MS PGothic" panose="020B0600070205080204" pitchFamily="34" charset="-128"/>
              <a:cs typeface="Arial" pitchFamily="34" charset="0"/>
            </a:endParaRPr>
          </a:p>
          <a:p>
            <a:pPr marL="285750" indent="-285750" eaLnBrk="1" hangingPunct="1">
              <a:buFont typeface="Arial" panose="020B0604020202020204" pitchFamily="34" charset="0"/>
              <a:buChar char="•"/>
              <a:defRPr/>
            </a:pPr>
            <a:r>
              <a:rPr lang="es-ES" sz="1800" b="1" kern="1200" dirty="0">
                <a:solidFill>
                  <a:schemeClr val="tx2"/>
                </a:solidFill>
                <a:latin typeface="+mn-lt"/>
                <a:ea typeface="MS PGothic" panose="020B0600070205080204" pitchFamily="34" charset="-128"/>
                <a:cs typeface="Arial" pitchFamily="34" charset="0"/>
              </a:rPr>
              <a:t>Brasil: </a:t>
            </a:r>
            <a:r>
              <a:rPr lang="es-ES" sz="1800" kern="1200" dirty="0">
                <a:solidFill>
                  <a:schemeClr val="tx1"/>
                </a:solidFill>
                <a:latin typeface="+mn-lt"/>
                <a:ea typeface="MS PGothic" panose="020B0600070205080204" pitchFamily="34" charset="-128"/>
                <a:cs typeface="Arial" pitchFamily="34" charset="0"/>
                <a:hlinkClick r:id="rId4"/>
              </a:rPr>
              <a:t> </a:t>
            </a:r>
            <a:r>
              <a:rPr lang="es-ES" sz="1200" kern="1200" dirty="0">
                <a:solidFill>
                  <a:schemeClr val="tx1"/>
                </a:solidFill>
                <a:latin typeface="+mn-lt"/>
                <a:ea typeface="MS PGothic" panose="020B0600070205080204" pitchFamily="34" charset="-128"/>
                <a:cs typeface="Arial" pitchFamily="34" charset="0"/>
                <a:hlinkClick r:id="rId5"/>
              </a:rPr>
              <a:t>http://www.eldiario.es/turing/Brasil-marca-ritmo-neutralidad-Internet_0_243925947.html</a:t>
            </a:r>
            <a:endParaRPr lang="es-ES" sz="1200" kern="1200" dirty="0">
              <a:solidFill>
                <a:schemeClr val="tx1"/>
              </a:solidFill>
              <a:latin typeface="+mn-lt"/>
              <a:ea typeface="MS PGothic" panose="020B0600070205080204" pitchFamily="34" charset="-128"/>
              <a:cs typeface="Arial" pitchFamily="34" charset="0"/>
            </a:endParaRPr>
          </a:p>
          <a:p>
            <a:pPr marL="171450" indent="-171450" eaLnBrk="1" hangingPunct="1">
              <a:buFont typeface="Arial" panose="020B0604020202020204" pitchFamily="34" charset="0"/>
              <a:buChar char="•"/>
              <a:defRPr/>
            </a:pPr>
            <a:r>
              <a:rPr lang="es-ES" sz="1100" b="1" kern="1200" dirty="0">
                <a:solidFill>
                  <a:schemeClr val="tx2"/>
                </a:solidFill>
                <a:latin typeface="+mn-lt"/>
                <a:ea typeface="MS PGothic" panose="020B0600070205080204" pitchFamily="34" charset="-128"/>
                <a:cs typeface="Arial" pitchFamily="34" charset="0"/>
              </a:rPr>
              <a:t>Europa: </a:t>
            </a:r>
            <a:r>
              <a:rPr lang="es-ES" sz="1200" u="sng" kern="1200" dirty="0">
                <a:solidFill>
                  <a:schemeClr val="tx1"/>
                </a:solidFill>
                <a:latin typeface="+mn-lt"/>
                <a:ea typeface="MS PGothic" panose="020B0600070205080204" pitchFamily="34" charset="-128"/>
                <a:cs typeface="Arial" pitchFamily="34" charset="0"/>
                <a:hlinkClick r:id="rId6"/>
              </a:rPr>
              <a:t>http://www.eldiario.es/turing/afectaria-usuarios-regulatorio-operadores-Europa_0_300970389.html</a:t>
            </a:r>
            <a:endParaRPr lang="es-ES" sz="1200" kern="1200" dirty="0">
              <a:solidFill>
                <a:schemeClr val="tx1"/>
              </a:solidFill>
              <a:latin typeface="+mn-lt"/>
              <a:ea typeface="MS PGothic" panose="020B0600070205080204" pitchFamily="34" charset="-128"/>
              <a:cs typeface="Arial" pitchFamily="34" charset="0"/>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12</a:t>
            </a:fld>
            <a:endParaRPr lang="es-ES"/>
          </a:p>
        </p:txBody>
      </p:sp>
    </p:spTree>
    <p:extLst>
      <p:ext uri="{BB962C8B-B14F-4D97-AF65-F5344CB8AC3E}">
        <p14:creationId xmlns:p14="http://schemas.microsoft.com/office/powerpoint/2010/main" val="2661764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kern="1200" dirty="0">
                <a:solidFill>
                  <a:schemeClr val="tx1"/>
                </a:solidFill>
                <a:effectLst/>
                <a:latin typeface="Arial" charset="0"/>
                <a:ea typeface="MS PGothic" panose="020B0600070205080204" pitchFamily="34" charset="-128"/>
                <a:cs typeface="ＭＳ Ｐゴシック" charset="0"/>
              </a:rPr>
              <a:t>Lo que está en cuestión es la afirmación de que las máquinas, estructuras y sistemas de nuestra moderna cultura material pueden ser correctamente juzgados no sólo por sus contribuciones a la eficacia y la productividad, ni simplemente por sus efectos ambientales colaterales, sino también por el modo en que pueden encarnar ciertas formas de poder y autoridad específicas.</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No resulta sorprendente descubrir que los sistemas técnicos se encuentran profundamente entretejidos con las condiciones de la política moderna. </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Pero ir más allá de este hecho evidente y defender que ciertas tecnologías poseen en sí mismas propiedades políticas parece, a primera vista, algo completamente erróneo.</a:t>
            </a:r>
            <a:r>
              <a:rPr lang="es-ES" dirty="0"/>
              <a:t/>
            </a:r>
            <a:br>
              <a:rPr lang="es-ES" dirty="0"/>
            </a:br>
            <a:r>
              <a:rPr lang="es-ES" sz="1200" kern="1200" dirty="0">
                <a:solidFill>
                  <a:schemeClr val="tx1"/>
                </a:solidFill>
                <a:effectLst/>
                <a:latin typeface="Arial" charset="0"/>
                <a:ea typeface="MS PGothic" panose="020B0600070205080204" pitchFamily="34" charset="-128"/>
                <a:cs typeface="ＭＳ Ｐゴシック" charset="0"/>
              </a:rPr>
              <a:t>Todos sabemos que los entes políticos son las personas, no las cosas. Descubrir virtudes o vicios en las aleaciones de acero, los plásticos, los transistores, los circuitos integrados o los compuestos químicos parece una absoluta y total equivocación, un modo de mistificar los artificios humanos y de evitar plantar cara a las auténticas fuentes, las fuentes humanas de la libertad y la opresión, la justicia y la injusticia. Echar la culpa al hardware parece incluso más estúpido que culpar a las víctimas cuando se juzgan las condiciones de la vida pública. </a:t>
            </a:r>
            <a:r>
              <a:rPr lang="es-ES" dirty="0"/>
              <a:t/>
            </a:r>
            <a:br>
              <a:rPr lang="es-ES" dirty="0"/>
            </a:br>
            <a:r>
              <a:rPr lang="es-ES" sz="1200" kern="1200" dirty="0">
                <a:solidFill>
                  <a:schemeClr val="tx1"/>
                </a:solidFill>
                <a:effectLst/>
                <a:latin typeface="Arial" charset="0"/>
                <a:ea typeface="MS PGothic" panose="020B0600070205080204" pitchFamily="34" charset="-128"/>
                <a:cs typeface="ＭＳ Ｐゴシック" charset="0"/>
              </a:rPr>
              <a:t>Por tanto, el austero consejo que comúnmente se ofrece a aquéllos que coquetean con la idea de que los aparatos técnicos poseen cualidades políticas es: lo que importa no es la tecnología misma, sino el sistema social o económico en el que se encarna. </a:t>
            </a:r>
            <a:r>
              <a:rPr lang="es-ES" sz="1200" kern="1200" dirty="0">
                <a:solidFill>
                  <a:schemeClr val="tx1"/>
                </a:solidFill>
                <a:effectLst/>
                <a:latin typeface="Arial" charset="0"/>
                <a:ea typeface="MS PGothic" panose="020B0600070205080204" pitchFamily="34" charset="-128"/>
                <a:cs typeface="ＭＳ Ｐゴシック" charset="0"/>
                <a:sym typeface="Wingdings" panose="05000000000000000000" pitchFamily="2" charset="2"/>
              </a:rPr>
              <a:t> Visión determinista social DETERMINISMO SOCIAL </a:t>
            </a:r>
          </a:p>
          <a:p>
            <a:endParaRPr lang="es-ES" sz="1200" kern="1200" dirty="0">
              <a:solidFill>
                <a:schemeClr val="tx1"/>
              </a:solidFill>
              <a:effectLst/>
              <a:latin typeface="Arial" charset="0"/>
              <a:ea typeface="MS PGothic" panose="020B0600070205080204" pitchFamily="34" charset="-128"/>
              <a:sym typeface="Wingdings" panose="05000000000000000000" pitchFamily="2" charset="2"/>
            </a:endParaRPr>
          </a:p>
          <a:p>
            <a:r>
              <a:rPr lang="es-ES" sz="1200" kern="1200" dirty="0">
                <a:solidFill>
                  <a:schemeClr val="tx1"/>
                </a:solidFill>
                <a:effectLst/>
                <a:latin typeface="Arial" charset="0"/>
                <a:ea typeface="MS PGothic" panose="020B0600070205080204" pitchFamily="34" charset="-128"/>
                <a:cs typeface="ＭＳ Ｐゴシック" charset="0"/>
              </a:rPr>
              <a:t>Sirve como correctivo necesario para aquéllos que se ocupan de manera acrítica de asuntos tales como "el ordenador y sus impactos sociales", pero no miran detrás de los aparatos técnicos para descubrir las circunstancias sociales de su desarrollo, empleo y uso. Este enfoque proporciona un antídoto contra el </a:t>
            </a:r>
            <a:r>
              <a:rPr lang="es-ES" sz="1200" b="1" kern="1200" dirty="0">
                <a:solidFill>
                  <a:schemeClr val="tx1"/>
                </a:solidFill>
                <a:effectLst/>
                <a:latin typeface="Arial" charset="0"/>
                <a:ea typeface="MS PGothic" panose="020B0600070205080204" pitchFamily="34" charset="-128"/>
                <a:cs typeface="ＭＳ Ｐゴシック" charset="0"/>
              </a:rPr>
              <a:t>determinismo tecnológico ingenuo</a:t>
            </a:r>
            <a:r>
              <a:rPr lang="es-ES" sz="1200" kern="1200" dirty="0">
                <a:solidFill>
                  <a:schemeClr val="tx1"/>
                </a:solidFill>
                <a:effectLst/>
                <a:latin typeface="Arial" charset="0"/>
                <a:ea typeface="MS PGothic" panose="020B0600070205080204" pitchFamily="34" charset="-128"/>
                <a:cs typeface="ＭＳ Ｐゴシック" charset="0"/>
              </a:rPr>
              <a:t>: la idea de que la tecnología se desarrolla únicamente como resultado de su dinámica interna y, entonces, al no hallarse mediatizada por ninguna otra influencia, moldea la sociedad para adecuarla a sus patrones. </a:t>
            </a:r>
          </a:p>
          <a:p>
            <a:r>
              <a:rPr lang="es-ES" sz="1200" kern="1200" dirty="0">
                <a:solidFill>
                  <a:schemeClr val="tx1"/>
                </a:solidFill>
                <a:effectLst/>
                <a:latin typeface="Arial" charset="0"/>
                <a:ea typeface="MS PGothic" panose="020B0600070205080204" pitchFamily="34" charset="-128"/>
                <a:cs typeface="ＭＳ Ｐゴシック" charset="0"/>
              </a:rPr>
              <a:t>Aquéllos que no han reconocido aún los modos en los que las fuerzas sociales y económicas dan forma a las tecnologías no han ido mucho más allá de ese determinismo.</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La teoría de las políticas tecnológicas presta mucha atención al ímpetu de los sistemas sociotécnicos a gran escala, a la respuesta de las sociedades modernas a ciertos imperativos tecnológicos y a todos los signos habituales de la </a:t>
            </a:r>
            <a:r>
              <a:rPr lang="es-ES" sz="1200" kern="1200" dirty="0" err="1">
                <a:solidFill>
                  <a:schemeClr val="tx1"/>
                </a:solidFill>
                <a:effectLst/>
                <a:latin typeface="Arial" charset="0"/>
                <a:ea typeface="MS PGothic" panose="020B0600070205080204" pitchFamily="34" charset="-128"/>
                <a:cs typeface="ＭＳ Ｐゴシック" charset="0"/>
              </a:rPr>
              <a:t>adapatación</a:t>
            </a:r>
            <a:r>
              <a:rPr lang="es-ES" sz="1200" kern="1200" dirty="0">
                <a:solidFill>
                  <a:schemeClr val="tx1"/>
                </a:solidFill>
                <a:effectLst/>
                <a:latin typeface="Arial" charset="0"/>
                <a:ea typeface="MS PGothic" panose="020B0600070205080204" pitchFamily="34" charset="-128"/>
                <a:cs typeface="ＭＳ Ｐゴシック" charset="0"/>
              </a:rPr>
              <a:t> de los fines humanos a los medios técnicos.</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13</a:t>
            </a:fld>
            <a:endParaRPr lang="es-ES"/>
          </a:p>
        </p:txBody>
      </p:sp>
    </p:spTree>
    <p:extLst>
      <p:ext uri="{BB962C8B-B14F-4D97-AF65-F5344CB8AC3E}">
        <p14:creationId xmlns:p14="http://schemas.microsoft.com/office/powerpoint/2010/main" val="2542597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Planes técnicos como formas de orden (I): E</a:t>
            </a:r>
            <a:r>
              <a:rPr lang="es-ES" sz="1200" kern="1200" dirty="0">
                <a:solidFill>
                  <a:schemeClr val="tx1"/>
                </a:solidFill>
                <a:effectLst/>
                <a:latin typeface="Arial" charset="0"/>
                <a:ea typeface="MS PGothic" panose="020B0600070205080204" pitchFamily="34" charset="-128"/>
                <a:cs typeface="ＭＳ Ｐゴシック" charset="0"/>
              </a:rPr>
              <a:t>jemplos en los que la invención, diseño y preparativos de un determinado instrumento o sistema técnico se convierten en un medio para alcanzar un determinado fin dentro de una comunidad.</a:t>
            </a:r>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14</a:t>
            </a:fld>
            <a:endParaRPr lang="es-ES"/>
          </a:p>
        </p:txBody>
      </p:sp>
    </p:spTree>
    <p:extLst>
      <p:ext uri="{BB962C8B-B14F-4D97-AF65-F5344CB8AC3E}">
        <p14:creationId xmlns:p14="http://schemas.microsoft.com/office/powerpoint/2010/main" val="1619604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Tecnologías inherentemente políticas:</a:t>
            </a:r>
            <a:r>
              <a:rPr lang="es-ES" baseline="0" dirty="0"/>
              <a:t> </a:t>
            </a:r>
            <a:r>
              <a:rPr lang="es-ES" sz="1200" kern="1200" dirty="0">
                <a:solidFill>
                  <a:schemeClr val="tx1"/>
                </a:solidFill>
                <a:effectLst/>
                <a:latin typeface="Arial" charset="0"/>
                <a:ea typeface="MS PGothic" panose="020B0600070205080204" pitchFamily="34" charset="-128"/>
                <a:cs typeface="ＭＳ Ｐゴシック" charset="0"/>
              </a:rPr>
              <a:t>me ocuparé de los casos de lo que se pueden denominar tecnologías inherentemente políticas, sistemas ideados por humanos que parecen necesitar o ser fuertemente compatibles con ciertos tipos de relaciones sociales.</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La creencia en que algunas tecnologías están por su propia naturaleza cargadas políticamente de un modo muy específico. De acuerdo con esta perspectiva, la adopción de un determinado sistema tecnológico implica de forma inevitable una serie de condiciones referentes a las relaciones humanas con un tono político característico, por ejemplo, centralizado o descentralizado, de igualdad o desigualdad, represivo o liberalizador. </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rPr>
              <a:t>Argumento fuerte (“requiere”) o débil (“es compatible con”)</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El tema que aquí interesa no es el de cuántos puestos de trabajo se crearán, qué tipo de ganancias habrá, cuánta polución resultará o cuantos cánceres se producirán. Más bien, el asunto tiene que ver con cómo pueden las elecciones sobre tecnologías tener consecuencias importantes para la forma y calidad de las asociaciones humanas.</a:t>
            </a:r>
            <a:endParaRPr lang="es-ES" dirty="0"/>
          </a:p>
          <a:p>
            <a:endParaRPr lang="es-ES" dirty="0"/>
          </a:p>
          <a:p>
            <a:r>
              <a:rPr lang="es-ES" sz="1200" kern="1200" dirty="0">
                <a:solidFill>
                  <a:schemeClr val="tx1"/>
                </a:solidFill>
                <a:effectLst/>
                <a:latin typeface="Arial" charset="0"/>
                <a:ea typeface="MS PGothic" panose="020B0600070205080204" pitchFamily="34" charset="-128"/>
                <a:cs typeface="ＭＳ Ｐゴシック" charset="0"/>
              </a:rPr>
              <a:t>El monumental estudio de Alfred D. Chandler sobre la empresa comercial moderna, </a:t>
            </a:r>
            <a:r>
              <a:rPr lang="es-ES" sz="1200" kern="1200" dirty="0" err="1">
                <a:solidFill>
                  <a:schemeClr val="tx1"/>
                </a:solidFill>
                <a:effectLst/>
                <a:latin typeface="Arial" charset="0"/>
                <a:ea typeface="MS PGothic" panose="020B0600070205080204" pitchFamily="34" charset="-128"/>
                <a:cs typeface="ＭＳ Ｐゴシック" charset="0"/>
              </a:rPr>
              <a:t>The</a:t>
            </a:r>
            <a:r>
              <a:rPr lang="es-ES" sz="1200" kern="1200" dirty="0">
                <a:solidFill>
                  <a:schemeClr val="tx1"/>
                </a:solidFill>
                <a:effectLst/>
                <a:latin typeface="Arial" charset="0"/>
                <a:ea typeface="MS PGothic" panose="020B0600070205080204" pitchFamily="34" charset="-128"/>
                <a:cs typeface="ＭＳ Ｐゴシック" charset="0"/>
              </a:rPr>
              <a:t> Visible Hand, presenta una </a:t>
            </a:r>
            <a:r>
              <a:rPr lang="es-ES" sz="1200" kern="1200" dirty="0" err="1">
                <a:solidFill>
                  <a:schemeClr val="tx1"/>
                </a:solidFill>
                <a:effectLst/>
                <a:latin typeface="Arial" charset="0"/>
                <a:ea typeface="MS PGothic" panose="020B0600070205080204" pitchFamily="34" charset="-128"/>
                <a:cs typeface="ＭＳ Ｐゴシック" charset="0"/>
              </a:rPr>
              <a:t>profuda</a:t>
            </a:r>
            <a:r>
              <a:rPr lang="es-ES" sz="1200" kern="1200" dirty="0">
                <a:solidFill>
                  <a:schemeClr val="tx1"/>
                </a:solidFill>
                <a:effectLst/>
                <a:latin typeface="Arial" charset="0"/>
                <a:ea typeface="MS PGothic" panose="020B0600070205080204" pitchFamily="34" charset="-128"/>
                <a:cs typeface="ＭＳ Ｐゴシック" charset="0"/>
              </a:rPr>
              <a:t> documentación para defender la hipótesis de que la construcción y operatividad cotidiana de muchos sistemas de producción, transporte y comunicación de los siglos XIX y XX necesitaron el desarrollo de determinadas formas sociales: una organización centralizada y jerarquizada a gran escala, administrada por gestores altamente especializados. El análisis de desarrollo de los ferrocarriles es típico de Chandler: </a:t>
            </a:r>
            <a:endParaRPr lang="es-ES" sz="1200" kern="1200" dirty="0">
              <a:solidFill>
                <a:schemeClr val="tx1"/>
              </a:solidFill>
              <a:effectLst/>
              <a:latin typeface="Arial" charset="0"/>
              <a:ea typeface="MS PGothic" panose="020B0600070205080204" pitchFamily="34" charset="-128"/>
            </a:endParaRPr>
          </a:p>
          <a:p>
            <a:pPr lvl="1"/>
            <a:r>
              <a:rPr lang="es-ES" sz="1200" kern="1200" dirty="0">
                <a:solidFill>
                  <a:schemeClr val="tx1"/>
                </a:solidFill>
                <a:effectLst/>
                <a:latin typeface="Arial" charset="0"/>
                <a:ea typeface="MS PGothic" panose="020B0600070205080204" pitchFamily="34" charset="-128"/>
                <a:cs typeface="ＭＳ Ｐゴシック" charset="0"/>
              </a:rPr>
              <a:t>"La tecnología hizo posible un transporte más rápido y eficiente; pero el transporte de pasajeros y productos, así como la continua reparación y mantenimiento de las locomotoras, vagones, trenes, estaciones, almacenes y otros equipos, requerían la creación de una organización administrativa de tamaño considerable. Esto implicó la contratación de un conjunto de gestores que supervisasen el funcionamiento de todas las actividades en una extensa área geográfica; así como la formación de un mando administrativo de ejecutivos altos y medios que guiasen, evaluasen y coordinasen el trabajo de los gestores responsables de la operatividad cotidiana".</a:t>
            </a:r>
            <a:r>
              <a:rPr lang="es-ES" dirty="0"/>
              <a:t/>
            </a:r>
            <a:br>
              <a:rPr lang="es-ES" dirty="0"/>
            </a:br>
            <a:endParaRPr lang="es-ES" dirty="0"/>
          </a:p>
          <a:p>
            <a:pPr lvl="0"/>
            <a:r>
              <a:rPr lang="es-ES" sz="1200" kern="1200" dirty="0">
                <a:solidFill>
                  <a:schemeClr val="tx1"/>
                </a:solidFill>
                <a:effectLst/>
                <a:latin typeface="Arial" charset="0"/>
                <a:ea typeface="MS PGothic" panose="020B0600070205080204" pitchFamily="34" charset="-128"/>
                <a:cs typeface="ＭＳ Ｐゴシック" charset="0"/>
              </a:rPr>
              <a:t>A lo largo de todo su libro Chandler señala dos maneras en las que las tecnologías utilizadas en la producción y distribución de la electricidad, derivados químicos y una gran variedad de productos industriales "demandan" o "requieren" esta forma de asociación humana. "Por tanto, las necesidades operativas de los ferrocarriles exigieron la creación de las primeras jerarquías administrativas de la empresa americana" (Chandler, 1977: 244). ¿Hay otra forma concebible de organizar estos agregados de personas e instrumentos? Chandler demostró que, en la mayor parte de las ocasiones, la forma social previamente dominante, la pequeña empresa familiar tradicional, era simplemente incapaz de afrontar dicha tarea. </a:t>
            </a:r>
            <a:endParaRPr lang="es-ES"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20</a:t>
            </a:fld>
            <a:endParaRPr lang="es-ES"/>
          </a:p>
        </p:txBody>
      </p:sp>
    </p:spTree>
    <p:extLst>
      <p:ext uri="{BB962C8B-B14F-4D97-AF65-F5344CB8AC3E}">
        <p14:creationId xmlns:p14="http://schemas.microsoft.com/office/powerpoint/2010/main" val="134016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s-ES" dirty="0">
                <a:effectLst/>
              </a:rPr>
              <a:t>Si el lenguaje político y moral con el que valoramos las tecnologías sólo incluye categorías relacionadas con las herramientas y sus usos; si no presta atención al significado de los diseños y planes de nuestros artefactos, entonces estaremos ciegos ante gran parte de lo que es importante desde el punto de vista intelectual y práctico.</a:t>
            </a:r>
            <a:endParaRPr lang="es-ES" dirty="0"/>
          </a:p>
          <a:p>
            <a:endParaRPr lang="es-ES" sz="1200" kern="1200" dirty="0">
              <a:solidFill>
                <a:schemeClr val="tx1"/>
              </a:solidFill>
              <a:effectLst/>
              <a:latin typeface="Arial" charset="0"/>
              <a:ea typeface="MS PGothic" panose="020B0600070205080204" pitchFamily="34" charset="-128"/>
              <a:cs typeface="ＭＳ Ｐゴシック" charset="0"/>
            </a:endParaRPr>
          </a:p>
          <a:p>
            <a:r>
              <a:rPr lang="es-ES" sz="1200" kern="1200" dirty="0">
                <a:solidFill>
                  <a:schemeClr val="tx1"/>
                </a:solidFill>
                <a:effectLst/>
                <a:latin typeface="Arial" charset="0"/>
                <a:ea typeface="MS PGothic" panose="020B0600070205080204" pitchFamily="34" charset="-128"/>
                <a:cs typeface="ＭＳ Ｐゴシック" charset="0"/>
              </a:rPr>
              <a:t>Las dos modalidades de interpretación que he esbozado muestran cómo es posible que los artefactos tengan cualidades políticas. En primer lugar, nos centramos en cómo pueden las características específicas del diseño y planificación de un artefacto o sistema convertirse en medios de establecer determinados patrones de poder y autoridad en un cierto entorno. Las tecnologías de este tipo poseen un cierto rango de flexibilidad en las dimensiones de su forma material. Es precisamente por esto por lo que sus consecuencias para la sociedad deben entenderse en relación a los actores sociales capaces de influir sobre ellas mediante los diseños y planes seleccionados. En segundo lugar, examinamos de qué modos las propiedades rebeldes de ciertos tipos de tecnología se encuentran fuertemente, y quizá inevitablemente, ligadas a particulares patrones institucionalizados de poder y autoridad. Aquí, la elección inicial sobre si se debe o no se debe adoptar algo es decisiva para las consecuencias. No existen diseños físicos o planes alternativos que den lugar a diferencias significativas; lo que es más, no existen genuinas posibilidades de una intervención creativa por parte de diferentes sistemas sociales (capitalistas o socialistas) que puedan alterar la rebeldía de la entidad o cambiar significativamente las cualidades de sus efectos políticos.</a:t>
            </a:r>
          </a:p>
          <a:p>
            <a:endParaRPr lang="es-ES" sz="1200" kern="1200" dirty="0">
              <a:solidFill>
                <a:schemeClr val="tx1"/>
              </a:solidFill>
              <a:effectLst/>
              <a:latin typeface="Arial" charset="0"/>
              <a:ea typeface="MS PGothic" panose="020B0600070205080204" pitchFamily="34" charset="-128"/>
            </a:endParaRPr>
          </a:p>
          <a:p>
            <a:r>
              <a:rPr lang="es-ES" sz="1200" kern="1200" dirty="0">
                <a:solidFill>
                  <a:schemeClr val="tx1"/>
                </a:solidFill>
                <a:effectLst/>
                <a:latin typeface="Arial" charset="0"/>
                <a:ea typeface="MS PGothic" panose="020B0600070205080204" pitchFamily="34" charset="-128"/>
                <a:cs typeface="ＭＳ Ｐゴシック" charset="0"/>
              </a:rPr>
              <a:t>Saber qué variedad interpretativa se aplica en cada caso determinado es lo que a menudo puede discutirse, algunas veces de manera apasionante, en relación al significado de la tecnología y cómo vivimos. Yo he defendido la postura de "ambas", puesto que me parece que ambos tipos de interpretación pueden aplicarse según cuáles sean las circunstancias. De hecho, puede suceder que en un complejo tecnológico determinado (un sistema de comunicaciones o transporte, por ejemplo) algunos aspectos sean flexibles respecto de sus posibilidades para la sociedad, mientras que otros aspectos sean (para mejor o peor) completamente rígidos. Las dos variedades de interpretación que he sugerido pueden superponerse una a la otra y</a:t>
            </a:r>
            <a:r>
              <a:rPr lang="es-ES" sz="1200" kern="1200" baseline="0" dirty="0">
                <a:solidFill>
                  <a:schemeClr val="tx1"/>
                </a:solidFill>
                <a:effectLst/>
                <a:latin typeface="Arial" charset="0"/>
                <a:ea typeface="MS PGothic" panose="020B0600070205080204" pitchFamily="34" charset="-128"/>
                <a:cs typeface="ＭＳ Ｐゴシック" charset="0"/>
              </a:rPr>
              <a:t> r</a:t>
            </a:r>
            <a:r>
              <a:rPr lang="es-ES" sz="1200" kern="1200" dirty="0">
                <a:solidFill>
                  <a:schemeClr val="tx1"/>
                </a:solidFill>
                <a:effectLst/>
                <a:latin typeface="Arial" charset="0"/>
                <a:ea typeface="MS PGothic" panose="020B0600070205080204" pitchFamily="34" charset="-128"/>
                <a:cs typeface="ＭＳ Ｐゴシック" charset="0"/>
              </a:rPr>
              <a:t>elacionarse en muchos aspectos.</a:t>
            </a:r>
            <a:endParaRPr lang="es-ES"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22</a:t>
            </a:fld>
            <a:endParaRPr lang="es-ES"/>
          </a:p>
        </p:txBody>
      </p:sp>
    </p:spTree>
    <p:extLst>
      <p:ext uri="{BB962C8B-B14F-4D97-AF65-F5344CB8AC3E}">
        <p14:creationId xmlns:p14="http://schemas.microsoft.com/office/powerpoint/2010/main" val="932205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Fuente: </a:t>
            </a:r>
            <a:r>
              <a:rPr lang="es-ES" altLang="es-ES" sz="1200" dirty="0"/>
              <a:t>Fuente:</a:t>
            </a:r>
            <a:r>
              <a:rPr lang="es-ES" altLang="es-ES" sz="1200" baseline="0" dirty="0"/>
              <a:t> https://1library.co/article/revoluci%C3%B3n-tecnolog%C3%ADa-estudio-radio-ondas-azuayas-medio-comunicaci%C3%B3n.q5r7xkgz</a:t>
            </a:r>
            <a:endParaRPr lang="es-ES" altLang="es-ES" sz="1200"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23</a:t>
            </a:fld>
            <a:endParaRPr lang="es-ES"/>
          </a:p>
        </p:txBody>
      </p:sp>
    </p:spTree>
    <p:extLst>
      <p:ext uri="{BB962C8B-B14F-4D97-AF65-F5344CB8AC3E}">
        <p14:creationId xmlns:p14="http://schemas.microsoft.com/office/powerpoint/2010/main" val="3380109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altLang="es-ES" sz="1200" dirty="0"/>
              <a:t>Fuente: Carl Mitcham, </a:t>
            </a:r>
            <a:r>
              <a:rPr lang="es-ES" altLang="es-ES" sz="1200" i="1" dirty="0" err="1"/>
              <a:t>Etica</a:t>
            </a:r>
            <a:r>
              <a:rPr lang="es-ES" altLang="es-ES" sz="1200" i="1" dirty="0"/>
              <a:t> y Valores</a:t>
            </a:r>
            <a:r>
              <a:rPr lang="es-ES" altLang="es-ES" sz="1200" dirty="0"/>
              <a:t>, BBVA. https://www.bbvaopenmind.com/wp-content/uploads/2013/02/BBVA-OpenMind-La-tecnolog%C3%ADa-y-el-peso-de-la-responsabilidad-Carl-Mitcham.pdf.pdf</a:t>
            </a:r>
            <a:endParaRPr lang="es-ES" altLang="es-ES" sz="1200" b="1" dirty="0">
              <a:solidFill>
                <a:schemeClr val="tx2"/>
              </a:solidFill>
              <a:latin typeface="Corbel" panose="020B0503020204020204" pitchFamily="34" charset="0"/>
              <a:cs typeface="Arial" pitchFamily="34" charset="0"/>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24</a:t>
            </a:fld>
            <a:endParaRPr lang="es-ES"/>
          </a:p>
        </p:txBody>
      </p:sp>
    </p:spTree>
    <p:extLst>
      <p:ext uri="{BB962C8B-B14F-4D97-AF65-F5344CB8AC3E}">
        <p14:creationId xmlns:p14="http://schemas.microsoft.com/office/powerpoint/2010/main" val="2782294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dirty="0">
                <a:latin typeface="Arial" panose="020B0604020202020204" pitchFamily="34" charset="0"/>
              </a:rPr>
              <a:t>¿Qué podemos considerar TIC? Teléfono, televisión, radio (antiguas) , ordenadores, internet (nuevas)</a:t>
            </a:r>
          </a:p>
          <a:p>
            <a:endParaRPr lang="es-ES" altLang="es-ES" dirty="0">
              <a:latin typeface="Arial" panose="020B0604020202020204" pitchFamily="34" charset="0"/>
            </a:endParaRPr>
          </a:p>
          <a:p>
            <a:r>
              <a:rPr lang="es-ES" altLang="es-ES" dirty="0">
                <a:latin typeface="Arial" panose="020B0604020202020204" pitchFamily="34" charset="0"/>
              </a:rPr>
              <a:t>En el último tercio del siglo XX, ha habido grandes transformaciones económicas y sociales impulsadas por el auge de las TIC. Internet ha sido el instrumento de comunicación de crecimiento más rápido que ha existido ¿¿datos??</a:t>
            </a:r>
          </a:p>
          <a:p>
            <a:endParaRPr lang="es-ES" altLang="es-ES" dirty="0">
              <a:latin typeface="Arial" panose="020B0604020202020204" pitchFamily="34" charset="0"/>
            </a:endParaRPr>
          </a:p>
          <a:p>
            <a:r>
              <a:rPr lang="es-ES" altLang="es-ES" dirty="0">
                <a:latin typeface="Arial" panose="020B0604020202020204" pitchFamily="34" charset="0"/>
              </a:rPr>
              <a:t>La radio tardó x años en llegar a 50 millones de usuarios, la TV x años e Internet x años. Cada</a:t>
            </a:r>
            <a:r>
              <a:rPr lang="es-ES" altLang="es-ES" baseline="0" dirty="0">
                <a:latin typeface="Arial" panose="020B0604020202020204" pitchFamily="34" charset="0"/>
              </a:rPr>
              <a:t> vez se tarda menos en adoptar ALGUNOS productos tecnológicos (el smartphone, por ejemplo. El primer </a:t>
            </a:r>
            <a:r>
              <a:rPr lang="es-ES" altLang="es-ES" baseline="0" dirty="0" err="1">
                <a:latin typeface="Arial" panose="020B0604020202020204" pitchFamily="34" charset="0"/>
              </a:rPr>
              <a:t>Iphone</a:t>
            </a:r>
            <a:r>
              <a:rPr lang="es-ES" altLang="es-ES" baseline="0" dirty="0">
                <a:latin typeface="Arial" panose="020B0604020202020204" pitchFamily="34" charset="0"/>
              </a:rPr>
              <a:t> es de 2007)</a:t>
            </a:r>
            <a:endParaRPr lang="es-ES" altLang="es-ES" dirty="0">
              <a:latin typeface="Arial" panose="020B0604020202020204" pitchFamily="34" charset="0"/>
            </a:endParaRPr>
          </a:p>
          <a:p>
            <a:endParaRPr lang="es-ES" altLang="es-ES" dirty="0">
              <a:latin typeface="Arial" panose="020B0604020202020204" pitchFamily="34" charset="0"/>
            </a:endParaRPr>
          </a:p>
          <a:p>
            <a:r>
              <a:rPr lang="es-ES" altLang="es-ES" dirty="0">
                <a:latin typeface="Arial" panose="020B0604020202020204" pitchFamily="34" charset="0"/>
              </a:rPr>
              <a:t>Frases como “se abre un nuevo periodo en las relaciones humanas”, “una pacífica revolución social que eliminará las barreras geográficas entre los pueblos”...son aplicables ahora, aunque se dijeron a principios del siglo XX a propósito de la aviación comercial.</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27</a:t>
            </a:fld>
            <a:endParaRPr lang="es-ES"/>
          </a:p>
        </p:txBody>
      </p:sp>
    </p:spTree>
    <p:extLst>
      <p:ext uri="{BB962C8B-B14F-4D97-AF65-F5344CB8AC3E}">
        <p14:creationId xmlns:p14="http://schemas.microsoft.com/office/powerpoint/2010/main" val="190660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s-ES" altLang="es-ES" sz="1800" dirty="0"/>
              <a:t>Fuente:</a:t>
            </a:r>
            <a:r>
              <a:rPr lang="es-ES" altLang="es-ES" sz="1800" baseline="0" dirty="0"/>
              <a:t> Adaptación de </a:t>
            </a:r>
            <a:r>
              <a:rPr lang="es-ES" altLang="es-ES" sz="1800" dirty="0"/>
              <a:t>F. Ballestero, “La Brecha Digital”, 2002. Fundación </a:t>
            </a:r>
            <a:r>
              <a:rPr lang="es-ES" altLang="es-ES" sz="1800" dirty="0" err="1"/>
              <a:t>Retevisión</a:t>
            </a:r>
            <a:r>
              <a:rPr lang="es-ES" altLang="es-ES" sz="1800" dirty="0"/>
              <a:t> </a:t>
            </a:r>
            <a:r>
              <a:rPr lang="es-ES" altLang="es-ES" sz="1800" dirty="0" err="1"/>
              <a:t>Auna</a:t>
            </a:r>
            <a:r>
              <a:rPr lang="es-ES" altLang="es-ES" sz="1800" dirty="0"/>
              <a:t>.</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s-ES" altLang="es-ES" sz="180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s-ES" altLang="es-ES" sz="1800" dirty="0"/>
              <a:t>La Revolución Tecnológica</a:t>
            </a:r>
            <a:r>
              <a:rPr lang="es-ES" altLang="es-ES" sz="1800" baseline="0" dirty="0"/>
              <a:t> implica un proceso de creciente digitalización y convergencia en función de la aceleración de los procesos de comunicación. Estos procesos no han parado de acelerarse a lo largo del siglo XX (</a:t>
            </a:r>
            <a:r>
              <a:rPr lang="es-ES" altLang="es-ES" sz="1800" baseline="0" dirty="0" err="1"/>
              <a:t>Mosterín</a:t>
            </a:r>
            <a:r>
              <a:rPr lang="es-ES" altLang="es-ES" sz="1800" baseline="0" dirty="0"/>
              <a:t>, J., </a:t>
            </a:r>
            <a:r>
              <a:rPr lang="es-ES" altLang="es-ES" sz="1800" i="1" baseline="0" dirty="0"/>
              <a:t>Filosofía de la Cultura</a:t>
            </a:r>
            <a:r>
              <a:rPr lang="es-ES" altLang="es-ES" sz="1800" i="0" baseline="0" dirty="0"/>
              <a:t>). Con comunicación no sólo nos referimos Internet, sino a las vías de comunicación marítima, aviación, carreteras, etc.</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s-ES" altLang="es-ES" sz="1800" i="0" baseline="0"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s-ES" altLang="es-ES" sz="1800" i="0" baseline="0" dirty="0"/>
              <a:t>A su vez, a lo largo del Siglo XX se han producido una serie de cambios económicos que, favorecidos por los incrementos en la comunicación. La globalización implica que todas las economías </a:t>
            </a:r>
            <a:r>
              <a:rPr lang="es-ES" altLang="es-ES" sz="1800" i="1" baseline="0" dirty="0"/>
              <a:t>tienden</a:t>
            </a:r>
            <a:r>
              <a:rPr lang="es-ES" altLang="es-ES" sz="1800" i="0" baseline="0" dirty="0"/>
              <a:t> a converger en lo referente a sus políticas de comercio y que los mercados son globales</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28</a:t>
            </a:fld>
            <a:endParaRPr lang="es-ES"/>
          </a:p>
        </p:txBody>
      </p:sp>
    </p:spTree>
    <p:extLst>
      <p:ext uri="{BB962C8B-B14F-4D97-AF65-F5344CB8AC3E}">
        <p14:creationId xmlns:p14="http://schemas.microsoft.com/office/powerpoint/2010/main" val="8231997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lvl="0" indent="-171450">
              <a:buFont typeface="Arial" panose="020B0604020202020204" pitchFamily="34" charset="0"/>
              <a:buChar char="•"/>
              <a:defRPr/>
            </a:pPr>
            <a:endParaRPr lang="es-ES" sz="1200" dirty="0"/>
          </a:p>
          <a:p>
            <a:pPr marL="4763" lvl="1" indent="-4763">
              <a:lnSpc>
                <a:spcPct val="80000"/>
              </a:lnSpc>
              <a:buFont typeface="Wingdings" panose="05000000000000000000" pitchFamily="2" charset="2"/>
              <a:buNone/>
              <a:defRPr/>
            </a:pPr>
            <a:r>
              <a:rPr lang="es-ES" altLang="es-ES" sz="2000" b="1" kern="0" dirty="0">
                <a:ea typeface="ＭＳ Ｐゴシック" panose="020B0600070205080204" pitchFamily="34" charset="-128"/>
              </a:rPr>
              <a:t>Las TIC tienen sintaxis pero no semántica:  transforman y transmiten signos de una forma determinada,  pero no interviene en el significado de los mismos.,… pueden </a:t>
            </a:r>
            <a:r>
              <a:rPr lang="ja-JP" altLang="es-ES" sz="2000" b="1" kern="0" dirty="0">
                <a:ea typeface="ＭＳ Ｐゴシック" panose="020B0600070205080204" pitchFamily="34" charset="-128"/>
              </a:rPr>
              <a:t>“</a:t>
            </a:r>
            <a:r>
              <a:rPr lang="es-ES" altLang="ja-JP" sz="2000" b="1" kern="0" dirty="0">
                <a:ea typeface="ＭＳ Ｐゴシック" panose="020B0600070205080204" pitchFamily="34" charset="-128"/>
              </a:rPr>
              <a:t>servir para todo</a:t>
            </a:r>
            <a:r>
              <a:rPr lang="ja-JP" altLang="es-ES" sz="2000" b="1" kern="0" dirty="0">
                <a:ea typeface="ＭＳ Ｐゴシック" panose="020B0600070205080204" pitchFamily="34" charset="-128"/>
              </a:rPr>
              <a:t>”</a:t>
            </a:r>
            <a:r>
              <a:rPr lang="es-ES" altLang="ja-JP" sz="2000" b="1" kern="0" dirty="0">
                <a:ea typeface="ＭＳ Ｐゴシック" panose="020B0600070205080204" pitchFamily="34" charset="-128"/>
              </a:rPr>
              <a:t>, </a:t>
            </a:r>
            <a:r>
              <a:rPr lang="es-ES" altLang="es-ES" sz="2000" b="1" kern="0" dirty="0">
                <a:ea typeface="ＭＳ Ｐゴシック" panose="020B0600070205080204" pitchFamily="34" charset="-128"/>
              </a:rPr>
              <a:t>están limitados tan solo por la voluntad humana. </a:t>
            </a:r>
          </a:p>
          <a:p>
            <a:pPr marL="4763" lvl="1" indent="-4763">
              <a:lnSpc>
                <a:spcPct val="80000"/>
              </a:lnSpc>
              <a:buFont typeface="Wingdings" panose="05000000000000000000" pitchFamily="2" charset="2"/>
              <a:buNone/>
              <a:defRPr/>
            </a:pPr>
            <a:endParaRPr lang="es-ES" altLang="es-ES" sz="2000" b="1" kern="0" dirty="0">
              <a:ea typeface="ＭＳ Ｐゴシック" panose="020B0600070205080204" pitchFamily="34" charset="-128"/>
            </a:endParaRPr>
          </a:p>
          <a:p>
            <a:pPr marL="847725" lvl="2" indent="-441325">
              <a:lnSpc>
                <a:spcPct val="80000"/>
              </a:lnSpc>
              <a:buFont typeface="Wingdings" panose="05000000000000000000" pitchFamily="2" charset="2"/>
              <a:buNone/>
              <a:defRPr/>
            </a:pPr>
            <a:r>
              <a:rPr lang="es-ES" altLang="es-ES" sz="2000" b="1" kern="0" dirty="0">
                <a:ea typeface="ＭＳ Ｐゴシック" panose="020B0600070205080204" pitchFamily="34" charset="-128"/>
              </a:rPr>
              <a:t>Se</a:t>
            </a:r>
            <a:r>
              <a:rPr lang="es-ES" altLang="es-ES" sz="2000" b="1" kern="0" baseline="0" dirty="0">
                <a:ea typeface="ＭＳ Ｐゴシック" panose="020B0600070205080204" pitchFamily="34" charset="-128"/>
              </a:rPr>
              <a:t> han convertido en una adicción (más a continuación): </a:t>
            </a:r>
            <a:r>
              <a:rPr lang="es-ES" altLang="es-ES" sz="2000" b="1" kern="0" dirty="0">
                <a:ea typeface="ＭＳ Ｐゴシック" panose="020B0600070205080204" pitchFamily="34" charset="-128"/>
                <a:hlinkClick r:id="rId3"/>
              </a:rPr>
              <a:t>http://www.elmundo.es/ciencia-y-salud/salud/2018/02/09/5a7d9ed8e5fdea06798b45df.html</a:t>
            </a:r>
            <a:r>
              <a:rPr lang="es-ES" altLang="es-ES" sz="2000" b="1" kern="0" dirty="0">
                <a:ea typeface="ＭＳ Ｐゴシック" panose="020B0600070205080204" pitchFamily="34" charset="-128"/>
              </a:rPr>
              <a:t>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30</a:t>
            </a:fld>
            <a:endParaRPr lang="es-ES"/>
          </a:p>
        </p:txBody>
      </p:sp>
    </p:spTree>
    <p:extLst>
      <p:ext uri="{BB962C8B-B14F-4D97-AF65-F5344CB8AC3E}">
        <p14:creationId xmlns:p14="http://schemas.microsoft.com/office/powerpoint/2010/main" val="3541810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b="1" dirty="0">
                <a:latin typeface="Arial" panose="020B0604020202020204" pitchFamily="34" charset="0"/>
              </a:rPr>
              <a:t>Tratamiento de la información: </a:t>
            </a:r>
          </a:p>
          <a:p>
            <a:pPr marL="171450" indent="-171450">
              <a:buFont typeface="Arial" panose="020B0604020202020204" pitchFamily="34" charset="0"/>
              <a:buChar char="•"/>
            </a:pPr>
            <a:r>
              <a:rPr lang="es-ES" altLang="es-ES" dirty="0">
                <a:latin typeface="Arial" panose="020B0604020202020204" pitchFamily="34" charset="0"/>
              </a:rPr>
              <a:t>Acceso en distintos formatos: textual, icónico, sonoro</a:t>
            </a:r>
          </a:p>
          <a:p>
            <a:pPr marL="171450" indent="-171450">
              <a:buFont typeface="Arial" panose="020B0604020202020204" pitchFamily="34" charset="0"/>
              <a:buChar char="•"/>
            </a:pPr>
            <a:r>
              <a:rPr lang="es-ES" altLang="es-ES" dirty="0">
                <a:latin typeface="Arial" panose="020B0604020202020204" pitchFamily="34" charset="0"/>
              </a:rPr>
              <a:t>Almacenamiento, Procesamiento </a:t>
            </a:r>
          </a:p>
          <a:p>
            <a:pPr marL="171450" indent="-171450">
              <a:buFont typeface="Arial" panose="020B0604020202020204" pitchFamily="34" charset="0"/>
              <a:buChar char="•"/>
            </a:pPr>
            <a:r>
              <a:rPr lang="es-ES" altLang="es-ES" dirty="0">
                <a:latin typeface="Arial" panose="020B0604020202020204" pitchFamily="34" charset="0"/>
              </a:rPr>
              <a:t>Automatización / Simplificación de tareas</a:t>
            </a:r>
          </a:p>
          <a:p>
            <a:endParaRPr lang="es-ES" altLang="es-ES" dirty="0">
              <a:latin typeface="Arial" panose="020B0604020202020204" pitchFamily="34" charset="0"/>
            </a:endParaRPr>
          </a:p>
          <a:p>
            <a:r>
              <a:rPr lang="es-ES" altLang="es-ES" b="1" dirty="0">
                <a:latin typeface="Arial" panose="020B0604020202020204" pitchFamily="34" charset="0"/>
              </a:rPr>
              <a:t>Nuevos canales de comunicación</a:t>
            </a:r>
            <a:br>
              <a:rPr lang="es-ES" altLang="es-ES" b="1" dirty="0">
                <a:latin typeface="Arial" panose="020B0604020202020204" pitchFamily="34" charset="0"/>
              </a:rPr>
            </a:br>
            <a:r>
              <a:rPr lang="es-ES" altLang="es-ES" b="0" dirty="0">
                <a:latin typeface="Arial" panose="020B0604020202020204" pitchFamily="34" charset="0"/>
              </a:rPr>
              <a:t>https://www.eldiario.es/turing/apps/herramientas-pensar-trabajar-red_1_4822576.html</a:t>
            </a:r>
          </a:p>
          <a:p>
            <a:pPr marL="171450" indent="-171450">
              <a:buFont typeface="Arial" panose="020B0604020202020204" pitchFamily="34" charset="0"/>
              <a:buChar char="•"/>
            </a:pPr>
            <a:r>
              <a:rPr lang="es-ES" altLang="es-ES" dirty="0">
                <a:latin typeface="Arial" panose="020B0604020202020204" pitchFamily="34" charset="0"/>
              </a:rPr>
              <a:t>inmediata, sincrónica y asíncrona</a:t>
            </a:r>
          </a:p>
          <a:p>
            <a:pPr marL="171450" indent="-171450">
              <a:buFont typeface="Arial" panose="020B0604020202020204" pitchFamily="34" charset="0"/>
              <a:buChar char="•"/>
            </a:pPr>
            <a:r>
              <a:rPr lang="es-ES" altLang="es-ES" dirty="0">
                <a:latin typeface="Arial" panose="020B0604020202020204" pitchFamily="34" charset="0"/>
              </a:rPr>
              <a:t>Nuevas vías de colaboración</a:t>
            </a:r>
          </a:p>
          <a:p>
            <a:r>
              <a:rPr lang="es-ES" altLang="es-ES" dirty="0">
                <a:latin typeface="Arial" panose="020B0604020202020204" pitchFamily="34" charset="0"/>
              </a:rPr>
              <a:t> </a:t>
            </a:r>
          </a:p>
          <a:p>
            <a:r>
              <a:rPr lang="es-ES" altLang="es-ES" b="1" dirty="0">
                <a:latin typeface="Arial" panose="020B0604020202020204" pitchFamily="34" charset="0"/>
              </a:rPr>
              <a:t>Nuevas formas de ingresos / mercados</a:t>
            </a:r>
          </a:p>
          <a:p>
            <a:pPr marL="171450" indent="-171450">
              <a:buFont typeface="Arial" panose="020B0604020202020204" pitchFamily="34" charset="0"/>
              <a:buChar char="•"/>
            </a:pPr>
            <a:r>
              <a:rPr lang="es-ES" altLang="es-ES" dirty="0">
                <a:latin typeface="Arial" panose="020B0604020202020204" pitchFamily="34" charset="0"/>
              </a:rPr>
              <a:t>Nuevas oportunidades sociales:</a:t>
            </a:r>
          </a:p>
          <a:p>
            <a:pPr marL="171450" indent="-171450">
              <a:buFont typeface="Arial" panose="020B0604020202020204" pitchFamily="34" charset="0"/>
              <a:buChar char="•"/>
            </a:pPr>
            <a:r>
              <a:rPr lang="es-ES" altLang="es-ES" dirty="0">
                <a:latin typeface="Arial" panose="020B0604020202020204" pitchFamily="34" charset="0"/>
              </a:rPr>
              <a:t>Salud, educación, inclusión, medioambiente, participación, información, democracia.</a:t>
            </a:r>
          </a:p>
          <a:p>
            <a:endParaRPr lang="es-ES" altLang="es-ES" dirty="0">
              <a:latin typeface="Arial" panose="020B0604020202020204" pitchFamily="34" charset="0"/>
            </a:endParaRPr>
          </a:p>
          <a:p>
            <a:r>
              <a:rPr lang="es-ES" altLang="es-ES" b="1" dirty="0">
                <a:latin typeface="Arial" panose="020B0604020202020204" pitchFamily="34" charset="0"/>
              </a:rPr>
              <a:t>Nuevo mundo (ciberespacio)</a:t>
            </a:r>
          </a:p>
          <a:p>
            <a:pPr marL="171450" indent="-171450">
              <a:buFont typeface="Arial" panose="020B0604020202020204" pitchFamily="34" charset="0"/>
              <a:buChar char="•"/>
            </a:pPr>
            <a:r>
              <a:rPr lang="es-ES" altLang="es-ES" dirty="0">
                <a:latin typeface="Arial" panose="020B0604020202020204" pitchFamily="34" charset="0"/>
              </a:rPr>
              <a:t>sin distancias, virtual, nuevas opciones</a:t>
            </a:r>
          </a:p>
          <a:p>
            <a:pPr marL="171450" indent="-171450">
              <a:buFont typeface="Arial" panose="020B0604020202020204" pitchFamily="34" charset="0"/>
              <a:buChar char="•"/>
            </a:pPr>
            <a:r>
              <a:rPr lang="es-ES" altLang="es-ES" dirty="0">
                <a:latin typeface="Arial" panose="020B0604020202020204" pitchFamily="34" charset="0"/>
              </a:rPr>
              <a:t>Nuevo instrumento cognitivo y creativo</a:t>
            </a:r>
          </a:p>
          <a:p>
            <a:pPr marL="171450" indent="-171450">
              <a:buFont typeface="Arial" panose="020B0604020202020204" pitchFamily="34" charset="0"/>
              <a:buChar char="•"/>
            </a:pPr>
            <a:endParaRPr lang="es-ES" altLang="es-ES" dirty="0">
              <a:latin typeface="Arial" panose="020B0604020202020204" pitchFamily="34" charset="0"/>
            </a:endParaRPr>
          </a:p>
          <a:p>
            <a:pPr marL="171450" indent="-171450">
              <a:buFont typeface="Arial" panose="020B0604020202020204" pitchFamily="34" charset="0"/>
              <a:buChar char="•"/>
            </a:pPr>
            <a:endParaRPr lang="es-ES" altLang="es-ES" b="0" i="0" dirty="0">
              <a:latin typeface="Arial" panose="020B0604020202020204"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Propiedad de la información</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“Saciedad” / “Suciedad” de la información</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Empleo</a:t>
            </a: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Derecho a la intimidad </a:t>
            </a:r>
          </a:p>
          <a:p>
            <a:pPr marL="0" indent="0">
              <a:buFont typeface="Arial" panose="020B0604020202020204" pitchFamily="34" charset="0"/>
              <a:buNone/>
            </a:pPr>
            <a:endPar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Seguridad: fraudes, acosos, malware</a:t>
            </a:r>
          </a:p>
          <a:p>
            <a:pPr marL="0" indent="0">
              <a:buFont typeface="Arial" panose="020B0604020202020204" pitchFamily="34" charset="0"/>
              <a:buNone/>
            </a:pPr>
            <a:endPar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Cambio continuo, estrés</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Cultura de la inmediatez vs largo plazo</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Adicciones</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Homogeneización cultural</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Responsabilidad en procesos automatizados</a:t>
            </a:r>
          </a:p>
          <a:p>
            <a:pPr marL="285750" indent="-285750">
              <a:buFont typeface="Arial" panose="020B0604020202020204" pitchFamily="34" charset="0"/>
              <a:buChar char="•"/>
            </a:pPr>
            <a:endPar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endParaRPr>
          </a:p>
          <a:p>
            <a:pPr marL="0" indent="0">
              <a:buFont typeface="Arial" panose="020B0604020202020204" pitchFamily="34" charset="0"/>
              <a:buNone/>
            </a:pPr>
            <a:r>
              <a:rPr kumimoji="0" lang="es-ES" altLang="es-ES" sz="1600" b="1"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Nuevos conflictos sociales, legales,…</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Nuevos problemas ambientales: basura electrónica</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Aumento de las desigualdades:        brecha digital</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¿Consumo de energía?</a:t>
            </a:r>
          </a:p>
          <a:p>
            <a:pPr marL="285750" indent="-285750">
              <a:buFont typeface="Arial" panose="020B0604020202020204" pitchFamily="34" charset="0"/>
              <a:buChar char="•"/>
            </a:pPr>
            <a:r>
              <a:rPr kumimoji="0" lang="es-ES" altLang="es-ES" sz="1600" b="0" i="0" u="none" strike="noStrike" kern="1200" cap="none" normalizeH="0" baseline="0" dirty="0">
                <a:ln>
                  <a:noFill/>
                </a:ln>
                <a:solidFill>
                  <a:srgbClr val="000099"/>
                </a:solidFill>
                <a:effectLst/>
                <a:latin typeface="Arial" pitchFamily="34" charset="0"/>
                <a:ea typeface="ＭＳ Ｐゴシック" pitchFamily="34" charset="-128"/>
                <a:cs typeface="Arial" pitchFamily="34" charset="0"/>
              </a:rPr>
              <a:t>¿Género y TIC?</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31</a:t>
            </a:fld>
            <a:endParaRPr lang="es-ES"/>
          </a:p>
        </p:txBody>
      </p:sp>
    </p:spTree>
    <p:extLst>
      <p:ext uri="{BB962C8B-B14F-4D97-AF65-F5344CB8AC3E}">
        <p14:creationId xmlns:p14="http://schemas.microsoft.com/office/powerpoint/2010/main" val="27127434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“En los próximos quince años, los métodos de trabajo experimentarán grandes transformaciones impulsadas por los cambios tecnológicos, medioambientales y demográficos. Pero nosotros podemos hacer realidad la visión del desarrollo sostenible propuesta por esta Agenda de transformación de aquí a 2030 si nos reunimos en una alianza mundial que congregue a los gobiernos, las empresas y los sindicatos, así como a las organizaciones multilaterales, la sociedad civil y las personas comunes. Todos y cada uno de nosotros tiene un papel que desempeñar para garantizar que nadie sea dejado atrás.”  Guy Ryder Director General de la OIT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32</a:t>
            </a:fld>
            <a:endParaRPr lang="es-ES"/>
          </a:p>
        </p:txBody>
      </p:sp>
    </p:spTree>
    <p:extLst>
      <p:ext uri="{BB962C8B-B14F-4D97-AF65-F5344CB8AC3E}">
        <p14:creationId xmlns:p14="http://schemas.microsoft.com/office/powerpoint/2010/main" val="16734072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defRPr/>
            </a:pPr>
            <a:r>
              <a:rPr lang="es-ES" b="1" dirty="0">
                <a:effectLst/>
              </a:rPr>
              <a:t>Importante</a:t>
            </a:r>
            <a:r>
              <a:rPr lang="es-ES" b="1" baseline="0" dirty="0">
                <a:effectLst/>
              </a:rPr>
              <a:t> ver los vídeos:</a:t>
            </a:r>
          </a:p>
          <a:p>
            <a:pPr marL="628650" lvl="1" indent="-171450">
              <a:buFont typeface="Arial" panose="020B0604020202020204" pitchFamily="34" charset="0"/>
              <a:buChar char="•"/>
              <a:defRPr/>
            </a:pPr>
            <a:r>
              <a:rPr lang="es-ES" b="1" baseline="0" dirty="0">
                <a:effectLst/>
              </a:rPr>
              <a:t>Fundación COTEC: </a:t>
            </a:r>
            <a:r>
              <a:rPr lang="es-ES" sz="1200" u="sng" dirty="0">
                <a:effectLst/>
                <a:hlinkClick r:id="rId3"/>
              </a:rPr>
              <a:t>https://www.youtube.com/watch?v=htAnVeMtrr8</a:t>
            </a:r>
            <a:endParaRPr lang="es-ES" sz="1200" u="sng" dirty="0">
              <a:effectLst/>
            </a:endParaRPr>
          </a:p>
          <a:p>
            <a:pPr marL="628650" lvl="1" indent="-171450">
              <a:buFont typeface="Arial" panose="020B0604020202020204" pitchFamily="34" charset="0"/>
              <a:buChar char="•"/>
              <a:defRPr/>
            </a:pPr>
            <a:r>
              <a:rPr lang="es-ES" dirty="0"/>
              <a:t>AUTOR, DAVID. </a:t>
            </a:r>
            <a:r>
              <a:rPr lang="es-ES" i="1" dirty="0"/>
              <a:t>¿Eliminará la automatización nuestros trabajos? </a:t>
            </a:r>
            <a:r>
              <a:rPr lang="es-ES" dirty="0"/>
              <a:t>En: </a:t>
            </a:r>
            <a:r>
              <a:rPr lang="es-ES" dirty="0" err="1"/>
              <a:t>TEDxCambridge</a:t>
            </a:r>
            <a:r>
              <a:rPr lang="es-ES" dirty="0"/>
              <a:t> [en línea]. 19 de diciembre de. Disponible en:</a:t>
            </a:r>
            <a:r>
              <a:rPr lang="es-ES" baseline="0" dirty="0"/>
              <a:t> </a:t>
            </a:r>
            <a:r>
              <a:rPr lang="es-ES" sz="1200" dirty="0">
                <a:hlinkClick r:id="rId4"/>
              </a:rPr>
              <a:t>https://www.ted.com/talks/david_autor_why_are_there_still_so_many_jobs/transcript?awesm=on.ted.com_A8PI&amp;utm_campaign=jonathan_haidt_on_the_moral_mind&amp;utm_medium=on.ted.com-twitter&amp;utm_source=direct-on.ted.com&amp;utm_content=ted.com-talkpage&amp;language=es</a:t>
            </a:r>
            <a:endParaRPr lang="es-ES" sz="1200" dirty="0"/>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33</a:t>
            </a:fld>
            <a:endParaRPr lang="es-ES"/>
          </a:p>
        </p:txBody>
      </p:sp>
    </p:spTree>
    <p:extLst>
      <p:ext uri="{BB962C8B-B14F-4D97-AF65-F5344CB8AC3E}">
        <p14:creationId xmlns:p14="http://schemas.microsoft.com/office/powerpoint/2010/main" val="700526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dirty="0">
                <a:latin typeface="BlurMedium"/>
              </a:rPr>
              <a:t>Club de Roma. El Club encarg</a:t>
            </a:r>
            <a:r>
              <a:rPr lang="es-ES" altLang="es-ES" dirty="0">
                <a:latin typeface="Arial" panose="020B0604020202020204" pitchFamily="34" charset="0"/>
              </a:rPr>
              <a:t>ó</a:t>
            </a:r>
            <a:r>
              <a:rPr lang="es-ES" altLang="es-ES" dirty="0">
                <a:latin typeface="BlurMedium"/>
              </a:rPr>
              <a:t> un informe a un equipo del Massachussets </a:t>
            </a:r>
            <a:r>
              <a:rPr lang="es-ES" altLang="es-ES" dirty="0" err="1">
                <a:latin typeface="BlurMedium"/>
              </a:rPr>
              <a:t>Institute</a:t>
            </a:r>
            <a:r>
              <a:rPr lang="es-ES" altLang="es-ES" dirty="0">
                <a:latin typeface="BlurMedium"/>
              </a:rPr>
              <a:t> </a:t>
            </a:r>
            <a:r>
              <a:rPr lang="es-ES" altLang="es-ES" dirty="0" err="1">
                <a:latin typeface="BlurMedium"/>
              </a:rPr>
              <a:t>of</a:t>
            </a:r>
            <a:r>
              <a:rPr lang="es-ES" altLang="es-ES" dirty="0">
                <a:latin typeface="BlurMedium"/>
              </a:rPr>
              <a:t> </a:t>
            </a:r>
            <a:r>
              <a:rPr lang="es-ES" altLang="es-ES" dirty="0" err="1">
                <a:latin typeface="BlurMedium"/>
              </a:rPr>
              <a:t>Technology</a:t>
            </a:r>
            <a:r>
              <a:rPr lang="es-ES" altLang="es-ES" dirty="0">
                <a:latin typeface="BlurMedium"/>
              </a:rPr>
              <a:t> (MIT), bajo la direcci</a:t>
            </a:r>
            <a:r>
              <a:rPr lang="es-ES" altLang="es-ES" dirty="0">
                <a:latin typeface="Arial" panose="020B0604020202020204" pitchFamily="34" charset="0"/>
              </a:rPr>
              <a:t>ó</a:t>
            </a:r>
            <a:r>
              <a:rPr lang="es-ES" altLang="es-ES" dirty="0">
                <a:latin typeface="BlurMedium"/>
              </a:rPr>
              <a:t>n de D. L. y D. H. Meadows, que fue publicado en 1972 bajo el t</a:t>
            </a:r>
            <a:r>
              <a:rPr lang="es-ES" altLang="es-ES" dirty="0">
                <a:latin typeface="Arial" panose="020B0604020202020204" pitchFamily="34" charset="0"/>
              </a:rPr>
              <a:t>í</a:t>
            </a:r>
            <a:r>
              <a:rPr lang="es-ES" altLang="es-ES" dirty="0">
                <a:latin typeface="BlurMedium"/>
              </a:rPr>
              <a:t>tulo de </a:t>
            </a:r>
            <a:r>
              <a:rPr lang="es-ES" altLang="es-ES" dirty="0">
                <a:latin typeface="Arial" panose="020B0604020202020204" pitchFamily="34" charset="0"/>
              </a:rPr>
              <a:t>“</a:t>
            </a:r>
            <a:r>
              <a:rPr lang="es-ES" altLang="ja-JP" dirty="0">
                <a:latin typeface="BlurMedium"/>
              </a:rPr>
              <a:t>Los</a:t>
            </a:r>
          </a:p>
          <a:p>
            <a:r>
              <a:rPr lang="es-ES" altLang="es-ES" dirty="0">
                <a:latin typeface="BlurMedium"/>
              </a:rPr>
              <a:t>l</a:t>
            </a:r>
            <a:r>
              <a:rPr lang="es-ES" altLang="es-ES" dirty="0">
                <a:latin typeface="Arial" panose="020B0604020202020204" pitchFamily="34" charset="0"/>
              </a:rPr>
              <a:t>í</a:t>
            </a:r>
            <a:r>
              <a:rPr lang="es-ES" altLang="es-ES" dirty="0">
                <a:latin typeface="BlurMedium"/>
              </a:rPr>
              <a:t>mites del crecimiento</a:t>
            </a:r>
            <a:r>
              <a:rPr lang="es-ES" altLang="es-ES" dirty="0">
                <a:latin typeface="Arial" panose="020B0604020202020204" pitchFamily="34" charset="0"/>
              </a:rPr>
              <a:t>”</a:t>
            </a:r>
            <a:r>
              <a:rPr lang="es-ES" altLang="ja-JP" dirty="0">
                <a:latin typeface="BlurMedium"/>
              </a:rPr>
              <a:t>. </a:t>
            </a:r>
            <a:r>
              <a:rPr lang="es-ES" altLang="es-ES" dirty="0">
                <a:latin typeface="BlurMedium"/>
              </a:rPr>
              <a:t>El informe realiz</a:t>
            </a:r>
            <a:r>
              <a:rPr lang="es-ES" altLang="es-ES" dirty="0">
                <a:latin typeface="Arial" panose="020B0604020202020204" pitchFamily="34" charset="0"/>
              </a:rPr>
              <a:t>ó</a:t>
            </a:r>
            <a:r>
              <a:rPr lang="es-ES" altLang="es-ES" dirty="0">
                <a:latin typeface="BlurMedium"/>
              </a:rPr>
              <a:t> un ejercicio de simulaci</a:t>
            </a:r>
            <a:r>
              <a:rPr lang="es-ES" altLang="es-ES" dirty="0">
                <a:latin typeface="Arial" panose="020B0604020202020204" pitchFamily="34" charset="0"/>
              </a:rPr>
              <a:t>ó</a:t>
            </a:r>
            <a:r>
              <a:rPr lang="es-ES" altLang="es-ES" dirty="0">
                <a:latin typeface="BlurMedium"/>
              </a:rPr>
              <a:t>n utilizando m</a:t>
            </a:r>
            <a:r>
              <a:rPr lang="es-ES" altLang="es-ES" dirty="0">
                <a:latin typeface="Arial" panose="020B0604020202020204" pitchFamily="34" charset="0"/>
              </a:rPr>
              <a:t>é</a:t>
            </a:r>
            <a:r>
              <a:rPr lang="es-ES" altLang="es-ES" dirty="0">
                <a:latin typeface="BlurMedium"/>
              </a:rPr>
              <a:t>todos de Din</a:t>
            </a:r>
            <a:r>
              <a:rPr lang="es-ES" altLang="es-ES" dirty="0">
                <a:latin typeface="Arial" panose="020B0604020202020204" pitchFamily="34" charset="0"/>
              </a:rPr>
              <a:t>á</a:t>
            </a:r>
            <a:r>
              <a:rPr lang="es-ES" altLang="es-ES" dirty="0">
                <a:latin typeface="BlurMedium"/>
              </a:rPr>
              <a:t>mica de Sistemas acerca de las posibles tendencias de futuro de la econom</a:t>
            </a:r>
            <a:r>
              <a:rPr lang="es-ES" altLang="es-ES" dirty="0">
                <a:latin typeface="Arial" panose="020B0604020202020204" pitchFamily="34" charset="0"/>
              </a:rPr>
              <a:t>í</a:t>
            </a:r>
            <a:r>
              <a:rPr lang="es-ES" altLang="es-ES" dirty="0">
                <a:latin typeface="BlurMedium"/>
              </a:rPr>
              <a:t>a mundial. Sus conclusiones son notablemente pesimistas: de mantenerse las tendencias entonces vigentes de crecimiento poblacional, industrializaci</a:t>
            </a:r>
            <a:r>
              <a:rPr lang="es-ES" altLang="es-ES" dirty="0">
                <a:latin typeface="Arial" panose="020B0604020202020204" pitchFamily="34" charset="0"/>
              </a:rPr>
              <a:t>ó</a:t>
            </a:r>
            <a:r>
              <a:rPr lang="es-ES" altLang="es-ES" dirty="0">
                <a:latin typeface="BlurMedium"/>
              </a:rPr>
              <a:t>n, contaminaci</a:t>
            </a:r>
            <a:r>
              <a:rPr lang="es-ES" altLang="es-ES" dirty="0">
                <a:latin typeface="Arial" panose="020B0604020202020204" pitchFamily="34" charset="0"/>
              </a:rPr>
              <a:t>ó</a:t>
            </a:r>
            <a:r>
              <a:rPr lang="es-ES" altLang="es-ES" dirty="0">
                <a:latin typeface="BlurMedium"/>
              </a:rPr>
              <a:t>n, dotaci</a:t>
            </a:r>
            <a:r>
              <a:rPr lang="es-ES" altLang="es-ES" dirty="0">
                <a:latin typeface="Arial" panose="020B0604020202020204" pitchFamily="34" charset="0"/>
              </a:rPr>
              <a:t>ó</a:t>
            </a:r>
            <a:r>
              <a:rPr lang="es-ES" altLang="es-ES" dirty="0">
                <a:latin typeface="BlurMedium"/>
              </a:rPr>
              <a:t>n de recursos y producci</a:t>
            </a:r>
            <a:r>
              <a:rPr lang="es-ES" altLang="es-ES" dirty="0">
                <a:latin typeface="Arial" panose="020B0604020202020204" pitchFamily="34" charset="0"/>
              </a:rPr>
              <a:t>ó</a:t>
            </a:r>
            <a:r>
              <a:rPr lang="es-ES" altLang="es-ES" dirty="0">
                <a:latin typeface="BlurMedium"/>
              </a:rPr>
              <a:t>n alimentaria, el planeta estar</a:t>
            </a:r>
            <a:r>
              <a:rPr lang="es-ES" altLang="es-ES" dirty="0">
                <a:latin typeface="Arial" panose="020B0604020202020204" pitchFamily="34" charset="0"/>
              </a:rPr>
              <a:t>í</a:t>
            </a:r>
            <a:r>
              <a:rPr lang="es-ES" altLang="es-ES" dirty="0">
                <a:latin typeface="BlurMedium"/>
              </a:rPr>
              <a:t>a abocado a alcanzar los l</a:t>
            </a:r>
            <a:r>
              <a:rPr lang="es-ES" altLang="es-ES" dirty="0">
                <a:latin typeface="Arial" panose="020B0604020202020204" pitchFamily="34" charset="0"/>
              </a:rPr>
              <a:t>í</a:t>
            </a:r>
            <a:r>
              <a:rPr lang="es-ES" altLang="es-ES" dirty="0">
                <a:latin typeface="BlurMedium"/>
              </a:rPr>
              <a:t>mites de su crecimiento en el curso de los siguientes cien a</a:t>
            </a:r>
            <a:r>
              <a:rPr lang="es-ES" altLang="es-ES" dirty="0">
                <a:latin typeface="Arial" panose="020B0604020202020204" pitchFamily="34" charset="0"/>
              </a:rPr>
              <a:t>ñ</a:t>
            </a:r>
            <a:r>
              <a:rPr lang="es-ES" altLang="es-ES" dirty="0">
                <a:latin typeface="BlurMedium"/>
              </a:rPr>
              <a:t>os. Para evitarlo, el informe sugiere la b</a:t>
            </a:r>
            <a:r>
              <a:rPr lang="es-ES" altLang="es-ES" dirty="0">
                <a:latin typeface="Arial" panose="020B0604020202020204" pitchFamily="34" charset="0"/>
              </a:rPr>
              <a:t>ú</a:t>
            </a:r>
            <a:r>
              <a:rPr lang="es-ES" altLang="es-ES" dirty="0">
                <a:latin typeface="BlurMedium"/>
              </a:rPr>
              <a:t>squeda de un equilibrio global, denominado </a:t>
            </a:r>
            <a:r>
              <a:rPr lang="es-ES" altLang="es-ES" dirty="0">
                <a:latin typeface="Arial" panose="020B0604020202020204" pitchFamily="34" charset="0"/>
              </a:rPr>
              <a:t>“</a:t>
            </a:r>
            <a:r>
              <a:rPr lang="es-ES" altLang="ja-JP" dirty="0">
                <a:latin typeface="BlurMedium"/>
              </a:rPr>
              <a:t>crecimiento cero</a:t>
            </a:r>
            <a:r>
              <a:rPr lang="es-ES" altLang="es-ES" dirty="0">
                <a:latin typeface="Arial" panose="020B0604020202020204" pitchFamily="34" charset="0"/>
              </a:rPr>
              <a:t>”</a:t>
            </a:r>
            <a:r>
              <a:rPr lang="es-ES" altLang="ja-JP" dirty="0">
                <a:latin typeface="BlurMedium"/>
              </a:rPr>
              <a:t>, entre el entorno </a:t>
            </a:r>
            <a:r>
              <a:rPr lang="es-ES" altLang="es-ES" dirty="0">
                <a:latin typeface="BlurMedium"/>
              </a:rPr>
              <a:t>econ</a:t>
            </a:r>
            <a:r>
              <a:rPr lang="es-ES" altLang="es-ES" dirty="0">
                <a:latin typeface="Arial" panose="020B0604020202020204" pitchFamily="34" charset="0"/>
              </a:rPr>
              <a:t>ó</a:t>
            </a:r>
            <a:r>
              <a:rPr lang="es-ES" altLang="es-ES" dirty="0">
                <a:latin typeface="BlurMedium"/>
              </a:rPr>
              <a:t>mico y el ecol</a:t>
            </a:r>
            <a:r>
              <a:rPr lang="es-ES" altLang="es-ES" dirty="0">
                <a:latin typeface="Arial" panose="020B0604020202020204" pitchFamily="34" charset="0"/>
              </a:rPr>
              <a:t>ó</a:t>
            </a:r>
            <a:r>
              <a:rPr lang="es-ES" altLang="es-ES" dirty="0">
                <a:latin typeface="BlurMedium"/>
              </a:rPr>
              <a:t>gico.</a:t>
            </a:r>
          </a:p>
        </p:txBody>
      </p:sp>
      <p:sp>
        <p:nvSpPr>
          <p:cNvPr id="4" name="Marcador de número de diapositiva 3"/>
          <p:cNvSpPr>
            <a:spLocks noGrp="1"/>
          </p:cNvSpPr>
          <p:nvPr>
            <p:ph type="sldNum" sz="quarter" idx="5"/>
          </p:nvPr>
        </p:nvSpPr>
        <p:spPr/>
        <p:txBody>
          <a:bodyPr/>
          <a:lstStyle/>
          <a:p>
            <a:fld id="{7C1D7475-3A4C-451E-84F4-15FDA2C826AA}" type="slidenum">
              <a:rPr lang="es-ES" smtClean="0"/>
              <a:t>35</a:t>
            </a:fld>
            <a:endParaRPr lang="es-ES"/>
          </a:p>
        </p:txBody>
      </p:sp>
    </p:spTree>
    <p:extLst>
      <p:ext uri="{BB962C8B-B14F-4D97-AF65-F5344CB8AC3E}">
        <p14:creationId xmlns:p14="http://schemas.microsoft.com/office/powerpoint/2010/main" val="1608443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Fuente: Looking Back on the Limits of Growth</a:t>
            </a:r>
            <a:r>
              <a:rPr lang="en-US" dirty="0"/>
              <a:t>. </a:t>
            </a:r>
            <a:r>
              <a:rPr lang="en-US" dirty="0">
                <a:sym typeface="Wingdings" panose="05000000000000000000" pitchFamily="2" charset="2"/>
              </a:rPr>
              <a:t> Leer </a:t>
            </a:r>
            <a:r>
              <a:rPr lang="en-US" dirty="0" err="1">
                <a:sym typeface="Wingdings" panose="05000000000000000000" pitchFamily="2" charset="2"/>
              </a:rPr>
              <a:t>esta</a:t>
            </a:r>
            <a:r>
              <a:rPr lang="en-US" dirty="0">
                <a:sym typeface="Wingdings" panose="05000000000000000000" pitchFamily="2" charset="2"/>
              </a:rPr>
              <a:t> entrada de blog</a:t>
            </a:r>
          </a:p>
          <a:p>
            <a:endParaRPr lang="en-US" dirty="0">
              <a:sym typeface="Wingdings" panose="05000000000000000000" pitchFamily="2" charset="2"/>
            </a:endParaRPr>
          </a:p>
          <a:p>
            <a:r>
              <a:rPr lang="es-ES" dirty="0"/>
              <a:t>El siguiente gráfico, publicado por la revista del </a:t>
            </a:r>
            <a:r>
              <a:rPr lang="es-ES" dirty="0" err="1"/>
              <a:t>Smithsonian</a:t>
            </a:r>
            <a:r>
              <a:rPr lang="es-ES" dirty="0"/>
              <a:t>, es uno de los más apretados y debatidos resúmenes de tendencias globales. Combina a) información de un ambicioso programa de simulación publicado hace 40 años con b) información disponible para esas variables en los 30-40 años posteriores. En breve, los datos confirman las proyecciones y esas serían malas noticias.</a:t>
            </a:r>
          </a:p>
        </p:txBody>
      </p:sp>
      <p:sp>
        <p:nvSpPr>
          <p:cNvPr id="4" name="Marcador de número de diapositiva 3"/>
          <p:cNvSpPr>
            <a:spLocks noGrp="1"/>
          </p:cNvSpPr>
          <p:nvPr>
            <p:ph type="sldNum" sz="quarter" idx="5"/>
          </p:nvPr>
        </p:nvSpPr>
        <p:spPr/>
        <p:txBody>
          <a:bodyPr/>
          <a:lstStyle/>
          <a:p>
            <a:fld id="{7C1D7475-3A4C-451E-84F4-15FDA2C826AA}" type="slidenum">
              <a:rPr lang="es-ES" smtClean="0"/>
              <a:t>36</a:t>
            </a:fld>
            <a:endParaRPr lang="es-ES"/>
          </a:p>
        </p:txBody>
      </p:sp>
    </p:spTree>
    <p:extLst>
      <p:ext uri="{BB962C8B-B14F-4D97-AF65-F5344CB8AC3E}">
        <p14:creationId xmlns:p14="http://schemas.microsoft.com/office/powerpoint/2010/main" val="2450570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ltLang="es-ES" dirty="0">
                <a:latin typeface="BlurMedium"/>
              </a:rPr>
              <a:t>En el informe Brundtland, titulado </a:t>
            </a:r>
            <a:r>
              <a:rPr lang="es-ES" altLang="es-ES" i="1" dirty="0">
                <a:latin typeface="BlurMedium"/>
              </a:rPr>
              <a:t>Nuestro futuro com</a:t>
            </a:r>
            <a:r>
              <a:rPr lang="es-ES" altLang="es-ES" i="1" dirty="0">
                <a:latin typeface="Arial" panose="020B0604020202020204" pitchFamily="34" charset="0"/>
              </a:rPr>
              <a:t>ú</a:t>
            </a:r>
            <a:r>
              <a:rPr lang="es-ES" altLang="es-ES" i="1" dirty="0">
                <a:latin typeface="BlurMedium"/>
              </a:rPr>
              <a:t>n </a:t>
            </a:r>
            <a:r>
              <a:rPr lang="es-ES" altLang="es-ES" dirty="0">
                <a:latin typeface="BlurMedium"/>
              </a:rPr>
              <a:t>y elaborado en 1987 por la Comisi</a:t>
            </a:r>
            <a:r>
              <a:rPr lang="es-ES" altLang="es-ES" dirty="0">
                <a:latin typeface="Arial" panose="020B0604020202020204" pitchFamily="34" charset="0"/>
              </a:rPr>
              <a:t>ó</a:t>
            </a:r>
            <a:r>
              <a:rPr lang="es-ES" altLang="es-ES" dirty="0">
                <a:latin typeface="BlurMedium"/>
              </a:rPr>
              <a:t>n Mundial de Medio Ambiente y Desarrollo de las Naciones Unidas, se explicitan las bases del concepto de desarrollo sostenible: </a:t>
            </a:r>
            <a:r>
              <a:rPr lang="es-ES" altLang="es-ES" dirty="0">
                <a:latin typeface="Arial" panose="020B0604020202020204" pitchFamily="34" charset="0"/>
              </a:rPr>
              <a:t>“</a:t>
            </a:r>
            <a:r>
              <a:rPr lang="es-ES" altLang="ja-JP" dirty="0">
                <a:latin typeface="BlurMedium"/>
              </a:rPr>
              <a:t>El entorno, el medio ambiente (aire, agua) tiene una capacidad limitada de </a:t>
            </a:r>
            <a:r>
              <a:rPr lang="es-ES" altLang="es-ES" dirty="0">
                <a:latin typeface="BlurMedium"/>
              </a:rPr>
              <a:t>adaptaci</a:t>
            </a:r>
            <a:r>
              <a:rPr lang="es-ES" altLang="es-ES" dirty="0">
                <a:latin typeface="Arial" panose="020B0604020202020204" pitchFamily="34" charset="0"/>
              </a:rPr>
              <a:t>ó</a:t>
            </a:r>
            <a:r>
              <a:rPr lang="es-ES" altLang="es-ES" dirty="0">
                <a:latin typeface="BlurMedium"/>
              </a:rPr>
              <a:t>n, de absorber impactos. Si destruimos el entorno, nuestros sucesores no se podr</a:t>
            </a:r>
            <a:r>
              <a:rPr lang="es-ES" altLang="es-ES" dirty="0">
                <a:latin typeface="Arial" panose="020B0604020202020204" pitchFamily="34" charset="0"/>
              </a:rPr>
              <a:t>á</a:t>
            </a:r>
            <a:r>
              <a:rPr lang="es-ES" altLang="es-ES" dirty="0">
                <a:latin typeface="BlurMedium"/>
              </a:rPr>
              <a:t>n desarrollar. Ante este problema se unen los conceptos de desarrollo y medio ambiente. Podemos</a:t>
            </a:r>
          </a:p>
          <a:p>
            <a:r>
              <a:rPr lang="es-ES" altLang="es-ES" dirty="0">
                <a:latin typeface="BlurMedium"/>
              </a:rPr>
              <a:t>hablar de desarrollo sostenible cuando existe un equilibrio din</a:t>
            </a:r>
            <a:r>
              <a:rPr lang="es-ES" altLang="es-ES" dirty="0">
                <a:latin typeface="Arial" panose="020B0604020202020204" pitchFamily="34" charset="0"/>
              </a:rPr>
              <a:t>á</a:t>
            </a:r>
            <a:r>
              <a:rPr lang="es-ES" altLang="es-ES" dirty="0">
                <a:latin typeface="BlurMedium"/>
              </a:rPr>
              <a:t>mico entre poblaci</a:t>
            </a:r>
            <a:r>
              <a:rPr lang="es-ES" altLang="es-ES" dirty="0">
                <a:latin typeface="Arial" panose="020B0604020202020204" pitchFamily="34" charset="0"/>
              </a:rPr>
              <a:t>ó</a:t>
            </a:r>
            <a:r>
              <a:rPr lang="es-ES" altLang="es-ES" dirty="0">
                <a:latin typeface="BlurMedium"/>
              </a:rPr>
              <a:t>n, capacidades del medio ambiente y vitalidad productiva.</a:t>
            </a:r>
            <a:r>
              <a:rPr lang="es-ES" altLang="es-ES" dirty="0">
                <a:latin typeface="Arial" panose="020B0604020202020204" pitchFamily="34" charset="0"/>
              </a:rPr>
              <a:t>”</a:t>
            </a:r>
            <a:endParaRPr lang="es-ES" altLang="ja-JP" dirty="0">
              <a:latin typeface="BlurMedium"/>
            </a:endParaRPr>
          </a:p>
          <a:p>
            <a:r>
              <a:rPr lang="es-ES" altLang="es-ES" dirty="0">
                <a:latin typeface="BlurMedium"/>
              </a:rPr>
              <a:t>Se defini</a:t>
            </a:r>
            <a:r>
              <a:rPr lang="es-ES" altLang="es-ES" dirty="0">
                <a:latin typeface="Arial" panose="020B0604020202020204" pitchFamily="34" charset="0"/>
              </a:rPr>
              <a:t>ó</a:t>
            </a:r>
            <a:r>
              <a:rPr lang="es-ES" altLang="es-ES" dirty="0">
                <a:latin typeface="BlurMedium"/>
              </a:rPr>
              <a:t> desarrollo sostenible como aquel </a:t>
            </a:r>
            <a:r>
              <a:rPr lang="es-ES" altLang="es-ES" dirty="0">
                <a:latin typeface="Arial" panose="020B0604020202020204" pitchFamily="34" charset="0"/>
              </a:rPr>
              <a:t>“</a:t>
            </a:r>
            <a:r>
              <a:rPr lang="es-ES" altLang="ja-JP" dirty="0">
                <a:latin typeface="BlurMedium"/>
              </a:rPr>
              <a:t>que atiende las necesidades del presente sin comprometer </a:t>
            </a:r>
            <a:r>
              <a:rPr lang="es-ES" altLang="es-ES" dirty="0">
                <a:latin typeface="BlurMedium"/>
              </a:rPr>
              <a:t>la posibilidad de las futuras generaciones de atender las suyas</a:t>
            </a:r>
            <a:r>
              <a:rPr lang="es-ES" altLang="es-ES" dirty="0">
                <a:latin typeface="Arial" panose="020B0604020202020204" pitchFamily="34" charset="0"/>
              </a:rPr>
              <a:t>”</a:t>
            </a:r>
            <a:r>
              <a:rPr lang="es-ES" altLang="ja-JP" dirty="0">
                <a:latin typeface="BlurMedium"/>
              </a:rPr>
              <a:t>. Subyacen dos ideas </a:t>
            </a:r>
            <a:r>
              <a:rPr lang="es-ES" altLang="es-ES" dirty="0">
                <a:latin typeface="BlurMedium"/>
              </a:rPr>
              <a:t>esenciales en esta definici</a:t>
            </a:r>
            <a:r>
              <a:rPr lang="es-ES" altLang="es-ES" dirty="0">
                <a:latin typeface="Arial" panose="020B0604020202020204" pitchFamily="34" charset="0"/>
              </a:rPr>
              <a:t>ó</a:t>
            </a:r>
            <a:r>
              <a:rPr lang="es-ES" altLang="es-ES" dirty="0">
                <a:latin typeface="BlurMedium"/>
              </a:rPr>
              <a:t>n: la de las necesidades de los seres humanos y la de las limitaciones que la capacidad del medio impone a los humanos para responder a dichas necesidades, tanto en el presente como en el futuro. As</a:t>
            </a:r>
            <a:r>
              <a:rPr lang="es-ES" altLang="es-ES" dirty="0">
                <a:latin typeface="Arial" panose="020B0604020202020204" pitchFamily="34" charset="0"/>
              </a:rPr>
              <a:t>í</a:t>
            </a:r>
            <a:r>
              <a:rPr lang="es-ES" altLang="es-ES" dirty="0">
                <a:latin typeface="BlurMedium"/>
              </a:rPr>
              <a:t>, bajo un enfoque global, aparecen dos dimensiones en dicho concepto: la </a:t>
            </a:r>
            <a:r>
              <a:rPr lang="es-ES" altLang="es-ES" dirty="0" err="1">
                <a:latin typeface="BlurMedium"/>
              </a:rPr>
              <a:t>intrageneracional</a:t>
            </a:r>
            <a:r>
              <a:rPr lang="es-ES" altLang="es-ES" dirty="0">
                <a:latin typeface="BlurMedium"/>
              </a:rPr>
              <a:t>, (Norte/Sur) y la intergeneracional (hoy/ma</a:t>
            </a:r>
            <a:r>
              <a:rPr lang="es-ES" altLang="es-ES" dirty="0">
                <a:latin typeface="Arial" panose="020B0604020202020204" pitchFamily="34" charset="0"/>
              </a:rPr>
              <a:t>ñ</a:t>
            </a:r>
            <a:r>
              <a:rPr lang="es-ES" altLang="es-ES" dirty="0">
                <a:latin typeface="BlurMedium"/>
              </a:rPr>
              <a:t>ana)</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37</a:t>
            </a:fld>
            <a:endParaRPr lang="es-ES"/>
          </a:p>
        </p:txBody>
      </p:sp>
    </p:spTree>
    <p:extLst>
      <p:ext uri="{BB962C8B-B14F-4D97-AF65-F5344CB8AC3E}">
        <p14:creationId xmlns:p14="http://schemas.microsoft.com/office/powerpoint/2010/main" val="10553034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ltLang="es-ES" dirty="0">
              <a:latin typeface="Arial" panose="020B0604020202020204" pitchFamily="34" charset="0"/>
            </a:endParaRP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altLang="es-ES" sz="1200" dirty="0">
                <a:solidFill>
                  <a:schemeClr val="tx1"/>
                </a:solidFill>
                <a:hlinkClick r:id="rId3"/>
              </a:rPr>
              <a:t>http://www.antena3.com/noticias/economia/espana-segundo-pais-mas-desigual-union-europea-letonia_2014103000227.html</a:t>
            </a:r>
            <a:r>
              <a:rPr lang="es-ES" altLang="es-ES" sz="1200" dirty="0">
                <a:solidFill>
                  <a:schemeClr val="tx1"/>
                </a:solidFill>
              </a:rPr>
              <a:t> </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altLang="es-ES" sz="1200" dirty="0">
                <a:solidFill>
                  <a:schemeClr val="tx1"/>
                </a:solidFill>
                <a:hlinkClick r:id="rId4"/>
              </a:rPr>
              <a:t>http://economia.elpais.com/economia/2013/02/01/actualidad/1359726604_680752.html</a:t>
            </a:r>
            <a:endParaRPr lang="es-ES" altLang="es-ES" sz="1200" dirty="0">
              <a:solidFill>
                <a:schemeClr val="tx1"/>
              </a:solidFill>
            </a:endParaRP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ES" altLang="es-ES" sz="1200" dirty="0">
                <a:solidFill>
                  <a:schemeClr val="tx1"/>
                </a:solidFill>
                <a:hlinkClick r:id="rId5"/>
              </a:rPr>
              <a:t>http://sociedad.elpais.com/sociedad/2013/01/31/actualidad/1359656710_164484.html</a:t>
            </a:r>
            <a:r>
              <a:rPr lang="es-ES" altLang="es-ES" sz="1200" dirty="0">
                <a:solidFill>
                  <a:schemeClr val="tx1"/>
                </a:solidFill>
              </a:rPr>
              <a:t>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38</a:t>
            </a:fld>
            <a:endParaRPr lang="es-ES"/>
          </a:p>
        </p:txBody>
      </p:sp>
    </p:spTree>
    <p:extLst>
      <p:ext uri="{BB962C8B-B14F-4D97-AF65-F5344CB8AC3E}">
        <p14:creationId xmlns:p14="http://schemas.microsoft.com/office/powerpoint/2010/main" val="2239069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s-ES" sz="1200" dirty="0">
                <a:ea typeface="ＭＳ Ｐゴシック" panose="020B0600070205080204" pitchFamily="34" charset="-128"/>
              </a:rPr>
              <a:t>J. </a:t>
            </a:r>
            <a:r>
              <a:rPr lang="en-US" altLang="es-ES" sz="1200" dirty="0" err="1">
                <a:ea typeface="ＭＳ Ｐゴシック" panose="020B0600070205080204" pitchFamily="34" charset="-128"/>
              </a:rPr>
              <a:t>Rockström</a:t>
            </a:r>
            <a:r>
              <a:rPr lang="en-US" altLang="es-ES" sz="1200" dirty="0">
                <a:ea typeface="ＭＳ Ｐゴシック" panose="020B0600070205080204" pitchFamily="34" charset="-128"/>
              </a:rPr>
              <a:t>, </a:t>
            </a:r>
            <a:r>
              <a:rPr lang="en-US" altLang="es-ES" sz="1200" i="1" dirty="0">
                <a:ea typeface="ＭＳ Ｐゴシック" panose="020B0600070205080204" pitchFamily="34" charset="-128"/>
              </a:rPr>
              <a:t>et al</a:t>
            </a:r>
            <a:r>
              <a:rPr lang="en-US" altLang="es-ES" sz="1200" dirty="0">
                <a:ea typeface="ＭＳ Ｐゴシック" panose="020B0600070205080204" pitchFamily="34" charset="-128"/>
              </a:rPr>
              <a:t>., «A safe operating space for humanity»,  </a:t>
            </a:r>
            <a:r>
              <a:rPr lang="en-US" altLang="es-ES" sz="1200" i="1" dirty="0">
                <a:ea typeface="ＭＳ Ｐゴシック" panose="020B0600070205080204" pitchFamily="34" charset="-128"/>
              </a:rPr>
              <a:t>Nature</a:t>
            </a:r>
            <a:r>
              <a:rPr lang="en-US" altLang="es-ES" sz="1200" dirty="0">
                <a:ea typeface="ＭＳ Ｐゴシック" panose="020B0600070205080204" pitchFamily="34" charset="-128"/>
              </a:rPr>
              <a:t>, nº 461, 2009, pp. 472-475. </a:t>
            </a:r>
            <a:r>
              <a:rPr lang="es-ES" altLang="es-ES" sz="1200" dirty="0">
                <a:ea typeface="ＭＳ Ｐゴシック" panose="020B0600070205080204" pitchFamily="34" charset="-128"/>
                <a:hlinkClick r:id="rId3"/>
              </a:rPr>
              <a:t>http://www.nature.com/nature/journal/v461/n7263/full/461472a.html</a:t>
            </a:r>
            <a:r>
              <a:rPr lang="es-ES" altLang="es-ES" sz="1200" dirty="0">
                <a:ea typeface="ＭＳ Ｐゴシック" panose="020B0600070205080204" pitchFamily="34" charset="-128"/>
              </a:rPr>
              <a:t> </a:t>
            </a:r>
          </a:p>
        </p:txBody>
      </p:sp>
      <p:sp>
        <p:nvSpPr>
          <p:cNvPr id="4" name="Marcador de número de diapositiva 3"/>
          <p:cNvSpPr>
            <a:spLocks noGrp="1"/>
          </p:cNvSpPr>
          <p:nvPr>
            <p:ph type="sldNum" sz="quarter" idx="5"/>
          </p:nvPr>
        </p:nvSpPr>
        <p:spPr/>
        <p:txBody>
          <a:bodyPr/>
          <a:lstStyle/>
          <a:p>
            <a:fld id="{7C1D7475-3A4C-451E-84F4-15FDA2C826AA}" type="slidenum">
              <a:rPr lang="es-ES" smtClean="0"/>
              <a:t>40</a:t>
            </a:fld>
            <a:endParaRPr lang="es-ES"/>
          </a:p>
        </p:txBody>
      </p:sp>
    </p:spTree>
    <p:extLst>
      <p:ext uri="{BB962C8B-B14F-4D97-AF65-F5344CB8AC3E}">
        <p14:creationId xmlns:p14="http://schemas.microsoft.com/office/powerpoint/2010/main" val="3293273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ES" dirty="0"/>
              <a:t>https://www.visualcapitalist.com/a-global-breakdown-of-greenhouse-gas-emissions-by-sector/</a:t>
            </a:r>
          </a:p>
          <a:p>
            <a:endParaRPr lang="es-ES" dirty="0"/>
          </a:p>
          <a:p>
            <a:endParaRPr lang="es-ES" dirty="0"/>
          </a:p>
          <a:p>
            <a:endParaRPr lang="es-ES" dirty="0"/>
          </a:p>
          <a:p>
            <a:r>
              <a:rPr lang="es-ES" dirty="0"/>
              <a:t>Fuentes de información:</a:t>
            </a:r>
          </a:p>
          <a:p>
            <a:pPr marL="171450" indent="-171450">
              <a:buFont typeface="Arial" panose="020B0604020202020204" pitchFamily="34" charset="0"/>
              <a:buChar char="•"/>
              <a:defRPr/>
            </a:pPr>
            <a:r>
              <a:rPr lang="es-ES" dirty="0">
                <a:hlinkClick r:id="rId3"/>
              </a:rPr>
              <a:t>https://ec.europa.eu/eurostat/news/themes-in-the-spotlight/cop21</a:t>
            </a:r>
            <a:endParaRPr lang="es-ES" dirty="0"/>
          </a:p>
          <a:p>
            <a:pPr marL="171450" indent="-171450">
              <a:buFont typeface="Arial" panose="020B0604020202020204" pitchFamily="34" charset="0"/>
              <a:buChar char="•"/>
              <a:defRPr/>
            </a:pPr>
            <a:endParaRPr lang="es-ES" dirty="0"/>
          </a:p>
          <a:p>
            <a:pPr marL="171450" indent="-171450">
              <a:buFont typeface="Arial" panose="020B0604020202020204" pitchFamily="34" charset="0"/>
              <a:buChar char="•"/>
              <a:defRPr/>
            </a:pPr>
            <a:r>
              <a:rPr lang="es-ES" dirty="0">
                <a:hlinkClick r:id="rId4"/>
              </a:rPr>
              <a:t>https://www.miteco.gob.es/es/cop25/detalle_noticias.aspx?tcm=tcm:30-505708</a:t>
            </a:r>
            <a:endParaRPr lang="es-ES" dirty="0"/>
          </a:p>
          <a:p>
            <a:pPr marL="171450" indent="-171450">
              <a:buFont typeface="Arial" panose="020B0604020202020204" pitchFamily="34" charset="0"/>
              <a:buChar char="•"/>
              <a:defRPr/>
            </a:pPr>
            <a:endParaRPr lang="es-ES" dirty="0"/>
          </a:p>
          <a:p>
            <a:pPr marL="0" indent="0">
              <a:buFont typeface="Arial" panose="020B0604020202020204" pitchFamily="34" charset="0"/>
              <a:buNone/>
              <a:defRPr/>
            </a:pPr>
            <a:r>
              <a:rPr lang="es-ES" dirty="0"/>
              <a:t>Acuerdos:</a:t>
            </a:r>
          </a:p>
          <a:p>
            <a:pPr marL="171450" indent="-171450">
              <a:buFont typeface="Arial" panose="020B0604020202020204" pitchFamily="34" charset="0"/>
              <a:buChar char="•"/>
              <a:defRPr/>
            </a:pPr>
            <a:endParaRPr lang="es-ES" dirty="0"/>
          </a:p>
          <a:p>
            <a:pPr marL="171450" indent="-171450">
              <a:buFont typeface="Arial" panose="020B0604020202020204" pitchFamily="34" charset="0"/>
              <a:buChar char="•"/>
              <a:defRPr/>
            </a:pPr>
            <a:r>
              <a:rPr lang="es-ES" sz="1200" dirty="0">
                <a:ea typeface="ＭＳ Ｐゴシック" panose="020B0600070205080204" pitchFamily="34" charset="-128"/>
              </a:rPr>
              <a:t>El acuerdo pide un </a:t>
            </a:r>
            <a:r>
              <a:rPr lang="es-ES" sz="1200" b="1" dirty="0">
                <a:ea typeface="ＭＳ Ｐゴシック" panose="020B0600070205080204" pitchFamily="34" charset="-128"/>
              </a:rPr>
              <a:t>aumento de la ambición de los compromisos de lucha contra el cambio climático </a:t>
            </a:r>
            <a:r>
              <a:rPr lang="es-ES" sz="1200" dirty="0">
                <a:ea typeface="ＭＳ Ｐゴシック" panose="020B0600070205080204" pitchFamily="34" charset="-128"/>
              </a:rPr>
              <a:t>en 2020, siguiendo el calendario marcado en el Acuerdo de París </a:t>
            </a:r>
          </a:p>
          <a:p>
            <a:pPr marL="171450" indent="-171450">
              <a:buFont typeface="Arial" panose="020B0604020202020204" pitchFamily="34" charset="0"/>
              <a:buChar char="•"/>
              <a:defRPr/>
            </a:pPr>
            <a:r>
              <a:rPr lang="es-ES" sz="1200" dirty="0">
                <a:ea typeface="ＭＳ Ｐゴシック" panose="020B0600070205080204" pitchFamily="34" charset="-128"/>
              </a:rPr>
              <a:t>Manifiesta la “</a:t>
            </a:r>
            <a:r>
              <a:rPr lang="es-ES" sz="1200" b="1" dirty="0">
                <a:ea typeface="ＭＳ Ｐゴシック" panose="020B0600070205080204" pitchFamily="34" charset="-128"/>
              </a:rPr>
              <a:t>urgente necesidad</a:t>
            </a:r>
            <a:r>
              <a:rPr lang="es-ES" sz="1200" dirty="0">
                <a:ea typeface="ＭＳ Ｐゴシック" panose="020B0600070205080204" pitchFamily="34" charset="-128"/>
              </a:rPr>
              <a:t>” de que esos nuevos compromisos de los países salven la brecha existente en los actuales con respecto al objetivo de París</a:t>
            </a:r>
          </a:p>
          <a:p>
            <a:pPr marL="171450" indent="-171450">
              <a:buFont typeface="Arial" panose="020B0604020202020204" pitchFamily="34" charset="0"/>
              <a:buChar char="•"/>
              <a:defRPr/>
            </a:pPr>
            <a:r>
              <a:rPr lang="es-ES" sz="1200" dirty="0">
                <a:ea typeface="ＭＳ Ｐゴシック" panose="020B0600070205080204" pitchFamily="34" charset="-128"/>
              </a:rPr>
              <a:t>Reivindica que ese aumento de la ambición sea </a:t>
            </a:r>
            <a:r>
              <a:rPr lang="es-ES" sz="1200" b="1" dirty="0">
                <a:ea typeface="ＭＳ Ｐゴシック" panose="020B0600070205080204" pitchFamily="34" charset="-128"/>
              </a:rPr>
              <a:t>coherente con lo que dice la Ciencia</a:t>
            </a:r>
            <a:r>
              <a:rPr lang="es-ES" sz="1200" dirty="0">
                <a:ea typeface="ＭＳ Ｐゴシック" panose="020B0600070205080204" pitchFamily="34" charset="-128"/>
              </a:rPr>
              <a:t> y exige la gente en la calle</a:t>
            </a:r>
          </a:p>
          <a:p>
            <a:pPr marL="171450" indent="-171450">
              <a:buFont typeface="Arial" panose="020B0604020202020204" pitchFamily="34" charset="0"/>
              <a:buChar char="•"/>
              <a:defRPr/>
            </a:pPr>
            <a:r>
              <a:rPr lang="es-ES" sz="1200" dirty="0">
                <a:ea typeface="ＭＳ Ｐゴシック" panose="020B0600070205080204" pitchFamily="34" charset="-128"/>
              </a:rPr>
              <a:t>Reconoce la acción climática de los actores no gubernamentales, les invita a que la incrementen y generalicen estrategias compatibles con el clima</a:t>
            </a:r>
          </a:p>
          <a:p>
            <a:pPr marL="171450" indent="-171450">
              <a:buFont typeface="Arial" panose="020B0604020202020204" pitchFamily="34" charset="0"/>
              <a:buChar char="•"/>
              <a:defRPr/>
            </a:pPr>
            <a:r>
              <a:rPr lang="es-ES" sz="1200" dirty="0">
                <a:ea typeface="ＭＳ Ｐゴシック" panose="020B0600070205080204" pitchFamily="34" charset="-128"/>
              </a:rPr>
              <a:t>Mecanismo de Pérdidas y Daños (países más vulnerables)</a:t>
            </a:r>
          </a:p>
          <a:p>
            <a:pPr marL="171450" indent="-171450">
              <a:buFont typeface="Arial" panose="020B0604020202020204" pitchFamily="34" charset="0"/>
              <a:buChar char="•"/>
              <a:defRPr/>
            </a:pPr>
            <a:r>
              <a:rPr lang="es-ES" sz="1200" dirty="0">
                <a:ea typeface="ＭＳ Ｐゴシック" panose="020B0600070205080204" pitchFamily="34" charset="-128"/>
              </a:rPr>
              <a:t> Pacta un </a:t>
            </a:r>
            <a:r>
              <a:rPr lang="es-ES" sz="1200" b="1" dirty="0">
                <a:ea typeface="ＭＳ Ｐゴシック" panose="020B0600070205080204" pitchFamily="34" charset="-128"/>
              </a:rPr>
              <a:t>nuevo Plan de Género </a:t>
            </a:r>
            <a:r>
              <a:rPr lang="es-ES" sz="1200" dirty="0">
                <a:ea typeface="ＭＳ Ｐゴシック" panose="020B0600070205080204" pitchFamily="34" charset="-128"/>
              </a:rPr>
              <a:t>para dar respuesta al efecto desigual del cambio climático en las mujeres y niñas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42</a:t>
            </a:fld>
            <a:endParaRPr lang="es-ES"/>
          </a:p>
        </p:txBody>
      </p:sp>
    </p:spTree>
    <p:extLst>
      <p:ext uri="{BB962C8B-B14F-4D97-AF65-F5344CB8AC3E}">
        <p14:creationId xmlns:p14="http://schemas.microsoft.com/office/powerpoint/2010/main" val="24055342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defRPr/>
            </a:pPr>
            <a:r>
              <a:rPr lang="es-ES" dirty="0">
                <a:ea typeface="ＭＳ Ｐゴシック" panose="020B0600070205080204" pitchFamily="34" charset="-128"/>
              </a:rPr>
              <a:t>El </a:t>
            </a:r>
            <a:r>
              <a:rPr lang="es-ES" dirty="0">
                <a:ea typeface="ＭＳ Ｐゴシック" panose="020B0600070205080204" pitchFamily="34" charset="-128"/>
                <a:hlinkClick r:id="rId3"/>
              </a:rPr>
              <a:t>Informe de Riesgos Globales 2020</a:t>
            </a:r>
            <a:r>
              <a:rPr lang="es-ES" dirty="0">
                <a:ea typeface="ＭＳ Ｐゴシック" panose="020B0600070205080204" pitchFamily="34" charset="-128"/>
              </a:rPr>
              <a:t> dado a conocer en el Foro de Davos señala que “las graves amenazas a nuestro clima representan los riesgos principales a largo plazo”. Mientras que la “polarización política interna” aparece entre los riesgos más importantes a corto. </a:t>
            </a:r>
            <a:r>
              <a:rPr lang="es-ES" b="1" dirty="0">
                <a:ea typeface="ＭＳ Ｐゴシック" panose="020B0600070205080204" pitchFamily="34" charset="-128"/>
              </a:rPr>
              <a:t>Por primera vez los cinco principales riesgos globales son todos ambientales.</a:t>
            </a:r>
          </a:p>
          <a:p>
            <a:pPr>
              <a:defRPr/>
            </a:pPr>
            <a:endParaRPr lang="es-ES" b="1" dirty="0">
              <a:ea typeface="ＭＳ Ｐゴシック" panose="020B0600070205080204" pitchFamily="34" charset="-128"/>
            </a:endParaRPr>
          </a:p>
          <a:p>
            <a:pPr>
              <a:defRPr/>
            </a:pPr>
            <a:r>
              <a:rPr lang="es-ES" dirty="0">
                <a:ea typeface="ＭＳ Ｐゴシック" panose="020B0600070205080204" pitchFamily="34" charset="-128"/>
              </a:rPr>
              <a:t>(Impacto- eje ordenadas</a:t>
            </a:r>
          </a:p>
          <a:p>
            <a:pPr>
              <a:defRPr/>
            </a:pPr>
            <a:r>
              <a:rPr lang="es-ES" dirty="0">
                <a:ea typeface="ＭＳ Ｐゴシック" panose="020B0600070205080204" pitchFamily="34" charset="-128"/>
              </a:rPr>
              <a:t>Probabilidad-eje abscisas)</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43</a:t>
            </a:fld>
            <a:endParaRPr lang="es-ES"/>
          </a:p>
        </p:txBody>
      </p:sp>
    </p:spTree>
    <p:extLst>
      <p:ext uri="{BB962C8B-B14F-4D97-AF65-F5344CB8AC3E}">
        <p14:creationId xmlns:p14="http://schemas.microsoft.com/office/powerpoint/2010/main" val="7174187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defRPr/>
            </a:pPr>
            <a:endParaRPr lang="es-ES" sz="900" u="sng" dirty="0">
              <a:effectLst/>
              <a:hlinkClick r:id="rId3"/>
            </a:endParaRPr>
          </a:p>
          <a:p>
            <a:pPr>
              <a:defRPr/>
            </a:pPr>
            <a:endParaRPr lang="es-ES" sz="900" u="sng" dirty="0">
              <a:effectLst/>
              <a:hlinkClick r:id="rId3"/>
            </a:endParaRPr>
          </a:p>
          <a:p>
            <a:pPr>
              <a:defRPr/>
            </a:pPr>
            <a:r>
              <a:rPr lang="es-ES" sz="900" b="1" i="1" kern="1200" dirty="0">
                <a:solidFill>
                  <a:srgbClr val="000099"/>
                </a:solidFill>
                <a:effectLst/>
                <a:ea typeface="ＭＳ Ｐゴシック" panose="020B0600070205080204" pitchFamily="34" charset="-128"/>
                <a:cs typeface="Arial" pitchFamily="34" charset="0"/>
                <a:hlinkClick r:id="rId3"/>
              </a:rPr>
              <a:t>Impactos negativos TIC</a:t>
            </a:r>
          </a:p>
          <a:p>
            <a:pPr>
              <a:defRPr/>
            </a:pPr>
            <a:endParaRPr lang="es-ES" u="sng" dirty="0">
              <a:effectLst/>
              <a:hlinkClick r:id="rId3"/>
            </a:endParaRPr>
          </a:p>
          <a:p>
            <a:pPr>
              <a:defRPr/>
            </a:pPr>
            <a:r>
              <a:rPr lang="es-ES" u="sng" dirty="0">
                <a:effectLst/>
                <a:hlinkClick r:id="rId3"/>
              </a:rPr>
              <a:t>http://www.coordinadora-ongd-lleida.cat/ca/noticies/rebobina-la-tragdia-electrnica/</a:t>
            </a:r>
            <a:r>
              <a:rPr lang="es-ES" u="sng" dirty="0">
                <a:effectLst/>
              </a:rPr>
              <a:t> (Documental actualizado del más antiguo, “Comprar, tirar, comprar”)</a:t>
            </a:r>
            <a:endParaRPr lang="es-ES" dirty="0">
              <a:effectLst/>
            </a:endParaRPr>
          </a:p>
          <a:p>
            <a:endParaRPr lang="es-ES" dirty="0"/>
          </a:p>
          <a:p>
            <a:endParaRPr lang="es-ES" dirty="0"/>
          </a:p>
          <a:p>
            <a:pPr lvl="0">
              <a:lnSpc>
                <a:spcPct val="90000"/>
              </a:lnSpc>
              <a:buFont typeface="Wingdings" panose="05000000000000000000" pitchFamily="2" charset="2"/>
              <a:buNone/>
              <a:defRPr/>
            </a:pPr>
            <a:r>
              <a:rPr lang="es-ES" altLang="es-ES" sz="1200" dirty="0">
                <a:ea typeface="ＭＳ Ｐゴシック" panose="020B0600070205080204" pitchFamily="34" charset="-128"/>
                <a:hlinkClick r:id="rId4"/>
              </a:rPr>
              <a:t>http://tecnologia.elpais.com/tecnologia/2012/10/03/actualidad/1349284443_663373.html</a:t>
            </a:r>
            <a:r>
              <a:rPr lang="es-ES" altLang="es-ES" sz="1200" dirty="0">
                <a:ea typeface="ＭＳ Ｐゴシック" panose="020B0600070205080204" pitchFamily="34" charset="-128"/>
              </a:rPr>
              <a:t> </a:t>
            </a:r>
          </a:p>
          <a:p>
            <a:pPr lvl="0">
              <a:lnSpc>
                <a:spcPct val="90000"/>
              </a:lnSpc>
              <a:buFont typeface="Wingdings" panose="05000000000000000000" pitchFamily="2" charset="2"/>
              <a:buNone/>
              <a:defRPr/>
            </a:pPr>
            <a:r>
              <a:rPr lang="es-ES" altLang="es-ES" sz="1200" dirty="0">
                <a:ea typeface="ＭＳ Ｐゴシック" panose="020B0600070205080204" pitchFamily="34" charset="-128"/>
                <a:hlinkClick r:id="rId5"/>
              </a:rPr>
              <a:t>http://www.datacenterknowledge.com/archives/2013/03/06/interxion-uses-seawater-to-cool-stockholm-data-centers/</a:t>
            </a:r>
            <a:endParaRPr lang="es-ES" altLang="es-ES" sz="1200" dirty="0">
              <a:ea typeface="ＭＳ Ｐゴシック" panose="020B0600070205080204" pitchFamily="34" charset="-128"/>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44</a:t>
            </a:fld>
            <a:endParaRPr lang="es-ES"/>
          </a:p>
        </p:txBody>
      </p:sp>
    </p:spTree>
    <p:extLst>
      <p:ext uri="{BB962C8B-B14F-4D97-AF65-F5344CB8AC3E}">
        <p14:creationId xmlns:p14="http://schemas.microsoft.com/office/powerpoint/2010/main" val="21894068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defRPr/>
            </a:pPr>
            <a:r>
              <a:rPr lang="es-ES" sz="1200" b="1" i="1" kern="1200" dirty="0">
                <a:solidFill>
                  <a:srgbClr val="CC0066"/>
                </a:solidFill>
                <a:effectLst/>
                <a:ea typeface="ＭＳ Ｐゴシック" panose="020B0600070205080204" pitchFamily="34" charset="-128"/>
                <a:cs typeface="Arial" pitchFamily="34" charset="0"/>
                <a:hlinkClick r:id="rId3"/>
              </a:rPr>
              <a:t>Impactos positivos TIC</a:t>
            </a:r>
          </a:p>
          <a:p>
            <a:pPr>
              <a:defRPr/>
            </a:pPr>
            <a:endParaRPr lang="es-ES" sz="1200" u="sng" dirty="0">
              <a:effectLst/>
              <a:hlinkClick r:id="rId3"/>
            </a:endParaRPr>
          </a:p>
          <a:p>
            <a:pPr>
              <a:defRPr/>
            </a:pPr>
            <a:r>
              <a:rPr lang="es-ES" sz="1200" u="sng" dirty="0">
                <a:effectLst/>
                <a:hlinkClick r:id="rId3"/>
              </a:rPr>
              <a:t>https://gesi.org/platforms/digital-with-a-purpose-delivering-a-smarter2030</a:t>
            </a:r>
          </a:p>
          <a:p>
            <a:pPr>
              <a:defRPr/>
            </a:pPr>
            <a:r>
              <a:rPr lang="es-ES" sz="1200" u="sng" dirty="0">
                <a:effectLst/>
                <a:hlinkClick r:id="rId3"/>
              </a:rPr>
              <a:t>https://www.youtube.com/watch?v=Guj58JUcSJU</a:t>
            </a:r>
          </a:p>
          <a:p>
            <a:endParaRPr lang="es-ES" dirty="0"/>
          </a:p>
          <a:p>
            <a:endParaRPr lang="es-ES" dirty="0"/>
          </a:p>
          <a:p>
            <a:pPr>
              <a:buFont typeface="Wingdings" panose="05000000000000000000" pitchFamily="2" charset="2"/>
              <a:buNone/>
              <a:defRPr/>
            </a:pPr>
            <a:r>
              <a:rPr lang="es-ES" altLang="es-ES" sz="1200" dirty="0">
                <a:effectLst/>
                <a:ea typeface="ＭＳ Ｐゴシック" panose="020B0600070205080204" pitchFamily="34" charset="-128"/>
              </a:rPr>
              <a:t>Fuente: Monográfico TIC y Medioambiente. </a:t>
            </a:r>
            <a:r>
              <a:rPr lang="es-ES" altLang="es-ES" sz="1200" dirty="0" err="1">
                <a:effectLst/>
                <a:ea typeface="ＭＳ Ｐゴシック" panose="020B0600070205080204" pitchFamily="34" charset="-128"/>
              </a:rPr>
              <a:t>Newsletter</a:t>
            </a:r>
            <a:r>
              <a:rPr lang="es-ES" altLang="es-ES" sz="1200" dirty="0">
                <a:effectLst/>
                <a:ea typeface="ＭＳ Ｐゴシック" panose="020B0600070205080204" pitchFamily="34" charset="-128"/>
              </a:rPr>
              <a:t> ECLAC. Marzo 2011</a:t>
            </a:r>
          </a:p>
          <a:p>
            <a:pPr>
              <a:buFont typeface="Wingdings" panose="05000000000000000000" pitchFamily="2" charset="2"/>
              <a:buNone/>
              <a:defRPr/>
            </a:pPr>
            <a:r>
              <a:rPr lang="es-ES" altLang="es-ES" sz="1200" u="sng" dirty="0">
                <a:effectLst/>
                <a:ea typeface="ＭＳ Ｐゴシック" panose="020B0600070205080204" pitchFamily="34" charset="-128"/>
                <a:hlinkClick r:id="rId4"/>
              </a:rPr>
              <a:t>http://www.eclac.org/socinfo/noticias/paginas/9/30389/newsletter14.pdf</a:t>
            </a:r>
            <a:r>
              <a:rPr lang="es-ES" altLang="es-ES" sz="1200" dirty="0">
                <a:effectLst/>
                <a:ea typeface="ＭＳ Ｐゴシック" panose="020B0600070205080204" pitchFamily="34" charset="-128"/>
              </a:rPr>
              <a:t> </a:t>
            </a:r>
          </a:p>
          <a:p>
            <a:pPr>
              <a:buFont typeface="Wingdings" panose="05000000000000000000" pitchFamily="2" charset="2"/>
              <a:buNone/>
              <a:defRPr/>
            </a:pPr>
            <a:endParaRPr lang="es-ES" altLang="es-ES" sz="1200" dirty="0">
              <a:effectLst/>
              <a:ea typeface="ＭＳ Ｐゴシック" panose="020B0600070205080204" pitchFamily="34" charset="-128"/>
            </a:endParaRP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es-ES" altLang="es-ES" sz="1200" b="1" dirty="0">
                <a:effectLst/>
                <a:ea typeface="ＭＳ Ｐゴシック" panose="020B0600070205080204" pitchFamily="34" charset="-128"/>
              </a:rPr>
              <a:t>Monitoreo ambiental y climático</a:t>
            </a:r>
            <a:r>
              <a:rPr lang="es-ES" altLang="es-ES" sz="1200" dirty="0">
                <a:effectLst/>
                <a:ea typeface="ＭＳ Ｐゴシック" panose="020B0600070205080204" pitchFamily="34" charset="-128"/>
              </a:rPr>
              <a:t>, alerta temprana, prevención catástrofes,… (satélite, sensores,…) </a:t>
            </a:r>
            <a:br>
              <a:rPr lang="es-ES" altLang="es-ES" sz="1200" dirty="0">
                <a:effectLst/>
                <a:ea typeface="ＭＳ Ｐゴシック" panose="020B0600070205080204" pitchFamily="34" charset="-128"/>
              </a:rPr>
            </a:br>
            <a:r>
              <a:rPr lang="es-ES" altLang="es-ES" sz="1200" dirty="0">
                <a:effectLst/>
                <a:ea typeface="ＭＳ Ｐゴシック" panose="020B0600070205080204" pitchFamily="34" charset="-128"/>
                <a:hlinkClick r:id="rId5"/>
              </a:rPr>
              <a:t>http://www.madrimasd.org/informacionidi/noticias/noticia.asp?id=60022&amp;origen=notiweb&amp;dia_suplemento=viernes</a:t>
            </a:r>
            <a:r>
              <a:rPr lang="es-ES" altLang="es-ES" sz="1200" dirty="0">
                <a:effectLst/>
                <a:ea typeface="ＭＳ Ｐゴシック" panose="020B0600070205080204" pitchFamily="34" charset="-128"/>
              </a:rPr>
              <a:t> </a:t>
            </a: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endParaRPr lang="es-ES" altLang="es-ES" sz="1200" dirty="0">
              <a:effectLst/>
              <a:ea typeface="ＭＳ Ｐゴシック" panose="020B0600070205080204" pitchFamily="34" charset="-128"/>
            </a:endParaRP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es-ES" altLang="es-ES" sz="1200" dirty="0">
                <a:effectLst/>
                <a:ea typeface="ＭＳ Ｐゴシック" panose="020B0600070205080204" pitchFamily="34" charset="-128"/>
              </a:rPr>
              <a:t>Difusión de información y </a:t>
            </a:r>
            <a:r>
              <a:rPr lang="es-ES" altLang="es-ES" sz="1200" b="1" dirty="0">
                <a:effectLst/>
                <a:ea typeface="ＭＳ Ｐゴシック" panose="020B0600070205080204" pitchFamily="34" charset="-128"/>
              </a:rPr>
              <a:t>sensibilización</a:t>
            </a:r>
          </a:p>
          <a:p>
            <a:pPr marL="0" marR="0" indent="0" algn="l" defTabSz="914400" rtl="0" eaLnBrk="0" fontAlgn="base" latinLnBrk="0" hangingPunct="0">
              <a:lnSpc>
                <a:spcPct val="100000"/>
              </a:lnSpc>
              <a:spcBef>
                <a:spcPct val="30000"/>
              </a:spcBef>
              <a:spcAft>
                <a:spcPct val="0"/>
              </a:spcAft>
              <a:buClrTx/>
              <a:buSzTx/>
              <a:buFont typeface="Wingdings" panose="05000000000000000000" pitchFamily="2" charset="2"/>
              <a:buNone/>
              <a:tabLst/>
              <a:defRPr/>
            </a:pPr>
            <a:r>
              <a:rPr lang="es-ES" sz="1200" dirty="0">
                <a:ea typeface="ＭＳ Ｐゴシック" charset="0"/>
                <a:hlinkClick r:id="rId6"/>
              </a:rPr>
              <a:t>http://www.eldiario.es/hojaderouter/tecnologia/software/videojuegos-tratamiento-terapia-medicina-neurologia_0_481202032.html</a:t>
            </a:r>
            <a:endParaRPr lang="es-ES" sz="1200" b="1" dirty="0">
              <a:effectLst/>
              <a:ea typeface="ＭＳ Ｐゴシック" panose="020B0600070205080204" pitchFamily="34" charset="-128"/>
            </a:endParaRP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45</a:t>
            </a:fld>
            <a:endParaRPr lang="es-ES"/>
          </a:p>
        </p:txBody>
      </p:sp>
    </p:spTree>
    <p:extLst>
      <p:ext uri="{BB962C8B-B14F-4D97-AF65-F5344CB8AC3E}">
        <p14:creationId xmlns:p14="http://schemas.microsoft.com/office/powerpoint/2010/main" val="452985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defRPr/>
            </a:pPr>
            <a:r>
              <a:rPr lang="es-ES" altLang="es-ES" sz="1200" dirty="0"/>
              <a:t>En 2015 todos los países miembros de Naciones Unidas aprobaron la </a:t>
            </a:r>
            <a:r>
              <a:rPr lang="es-ES" altLang="es-ES" sz="1200" b="1" dirty="0"/>
              <a:t>Agenda 2030 de Objetivos de Desarrollo Sostenible </a:t>
            </a:r>
            <a:r>
              <a:rPr lang="es-ES" altLang="es-ES" sz="1200" dirty="0"/>
              <a:t>para promover un desarrollo que compatibilice el bienestar social con la protección del medio ambiente y el crecimiento económico, que se aplique en todas las partes del mundo, y que vele por “no dejar a nadie atrás”. La Agenda se articula a través de 5 principios, 17 Objetivos y 169 Metas. Naciones Unidas está impulsando la </a:t>
            </a:r>
            <a:r>
              <a:rPr lang="es-ES" altLang="es-ES" sz="1200" b="1" dirty="0"/>
              <a:t>Agenda 2030 de Objetivos de Desarrollo Sostenible </a:t>
            </a:r>
            <a:r>
              <a:rPr lang="es-ES" altLang="es-ES" sz="1200" dirty="0"/>
              <a:t>(ODS), a nivel global y local, un conjunto de objetivos para hacer frente a los desafíos económicos, sociales y ambientales a los que nos enfrentamos. </a:t>
            </a:r>
          </a:p>
          <a:p>
            <a:pPr algn="just">
              <a:defRPr/>
            </a:pPr>
            <a:endParaRPr lang="es-ES" sz="1200" kern="1200" dirty="0">
              <a:solidFill>
                <a:schemeClr val="tx1"/>
              </a:solidFill>
              <a:effectLst/>
            </a:endParaRPr>
          </a:p>
          <a:p>
            <a:pPr algn="just">
              <a:defRPr/>
            </a:pPr>
            <a:r>
              <a:rPr lang="es-ES" sz="1200" kern="1200" dirty="0">
                <a:solidFill>
                  <a:schemeClr val="tx1"/>
                </a:solidFill>
                <a:effectLst/>
              </a:rPr>
              <a:t>Miles de </a:t>
            </a:r>
            <a:r>
              <a:rPr lang="es-ES" sz="1200" b="1" kern="1200" dirty="0">
                <a:solidFill>
                  <a:schemeClr val="tx1"/>
                </a:solidFill>
                <a:effectLst/>
              </a:rPr>
              <a:t>instituciones públicas y privadas de todo el mundo la han hecho suya</a:t>
            </a:r>
            <a:r>
              <a:rPr lang="es-ES" sz="1200" kern="1200" dirty="0">
                <a:solidFill>
                  <a:schemeClr val="tx1"/>
                </a:solidFill>
                <a:effectLst/>
              </a:rPr>
              <a:t>, porque en estos años de incertidumbre, y ante casos de retroceso en los derechos, la Agenda 2030 plantea una narrativa de progreso con un amplísimo consenso político, social y económico, que además se puede medir con indicadores concretos.</a:t>
            </a:r>
          </a:p>
          <a:p>
            <a:pPr algn="just">
              <a:defRPr/>
            </a:pPr>
            <a:endParaRPr lang="es-ES" sz="1200" kern="1200" dirty="0">
              <a:solidFill>
                <a:schemeClr val="tx1"/>
              </a:solidFill>
              <a:effectLst/>
            </a:endParaRPr>
          </a:p>
          <a:p>
            <a:pPr algn="just">
              <a:defRPr/>
            </a:pPr>
            <a:r>
              <a:rPr lang="es-ES" sz="1200" kern="1200" dirty="0">
                <a:solidFill>
                  <a:schemeClr val="tx1"/>
                </a:solidFill>
                <a:effectLst/>
              </a:rPr>
              <a:t>España no es ajena al proceso de puesta en marcha de la Agenda, y por el contrario </a:t>
            </a:r>
            <a:r>
              <a:rPr lang="es-ES" sz="1200" b="1" kern="1200" dirty="0">
                <a:solidFill>
                  <a:schemeClr val="tx1"/>
                </a:solidFill>
                <a:effectLst/>
              </a:rPr>
              <a:t>se está promoviendo desde la sociedad civil (1), la academia (2), el sector empresarial (3), y las administraciones públicas (4)</a:t>
            </a:r>
            <a:r>
              <a:rPr lang="es-ES" sz="1200" kern="1200" dirty="0">
                <a:solidFill>
                  <a:schemeClr val="tx1"/>
                </a:solidFill>
                <a:effectLst/>
              </a:rPr>
              <a:t>.</a:t>
            </a:r>
          </a:p>
          <a:p>
            <a:pPr algn="just">
              <a:defRPr/>
            </a:pPr>
            <a:r>
              <a:rPr lang="es-ES" sz="1200" kern="1200" dirty="0">
                <a:solidFill>
                  <a:schemeClr val="tx1"/>
                </a:solidFill>
                <a:effectLst/>
              </a:rPr>
              <a:t>1. La plataforma Futuro en Común que agrupa a organizaciones, movimientos, redes y plataforma de las sociedad civil tiene como uno de sus objetivos la promoción de los ODS y para ello ha realizado el primer informe sobre los ODS en España: </a:t>
            </a:r>
            <a:r>
              <a:rPr lang="es-ES" sz="1200" i="1" kern="1200" dirty="0">
                <a:solidFill>
                  <a:schemeClr val="tx1"/>
                </a:solidFill>
                <a:effectLst/>
              </a:rPr>
              <a:t>Una Agenda 2030 transformadora para las personas y el planeta. Propuesta para la acción política.</a:t>
            </a:r>
            <a:r>
              <a:rPr lang="es-ES" sz="1200" kern="1200" dirty="0">
                <a:solidFill>
                  <a:schemeClr val="tx1"/>
                </a:solidFill>
                <a:effectLst/>
              </a:rPr>
              <a:t> (http://futuroencomun.net/sites/default/files/informe_desde_la_sociedad_civil_final.pdf)</a:t>
            </a:r>
          </a:p>
          <a:p>
            <a:pPr algn="just">
              <a:defRPr/>
            </a:pPr>
            <a:r>
              <a:rPr lang="es-ES" sz="1200" kern="1200" dirty="0">
                <a:solidFill>
                  <a:schemeClr val="tx1"/>
                </a:solidFill>
                <a:effectLst/>
              </a:rPr>
              <a:t>2. En el ámbito académico destaca la Red Española para el Desarrollo Sostenible (http://reds-sdsn.es/)</a:t>
            </a:r>
          </a:p>
          <a:p>
            <a:pPr algn="just">
              <a:defRPr/>
            </a:pPr>
            <a:r>
              <a:rPr lang="es-ES" sz="1200" kern="1200" dirty="0">
                <a:solidFill>
                  <a:schemeClr val="tx1"/>
                </a:solidFill>
                <a:effectLst/>
              </a:rPr>
              <a:t>3. En el ámbito empresarial destaca la Red Española del Pacto Mundial (https://www.pactomundial.org/)</a:t>
            </a:r>
          </a:p>
          <a:p>
            <a:pPr algn="just">
              <a:defRPr/>
            </a:pPr>
            <a:r>
              <a:rPr lang="es-ES" altLang="es-ES" sz="1200" dirty="0"/>
              <a:t>4. </a:t>
            </a:r>
            <a:r>
              <a:rPr lang="es-ES" sz="1200" b="1" kern="1200" dirty="0">
                <a:solidFill>
                  <a:schemeClr val="tx1"/>
                </a:solidFill>
                <a:effectLst/>
              </a:rPr>
              <a:t>El Gobierno de España aprobó en junio de 2018 el Plan de acción para la implementación de la Agenda 2030</a:t>
            </a:r>
            <a:r>
              <a:rPr lang="es-ES" sz="1200" kern="1200" dirty="0">
                <a:solidFill>
                  <a:schemeClr val="tx1"/>
                </a:solidFill>
                <a:effectLst/>
              </a:rPr>
              <a:t>, que presentó el mes siguiente en Naciones Unidas. En este plan se hace un primer diagnóstico de la situación del país respecto a los ODS y se establecen 9 políticas palanca, que son programas o políticas con capacidad de acelerar la implementación de los ODS, impulsar un desarrollo sostenible coherente y alcanzar un impacto más rápido y sostenido sobre aspectos clave para el progreso en el conjunto de la Agenda 2030.</a:t>
            </a:r>
          </a:p>
          <a:p>
            <a:pPr algn="just">
              <a:defRPr/>
            </a:pPr>
            <a:r>
              <a:rPr lang="es-ES" sz="1200" kern="1200" dirty="0">
                <a:solidFill>
                  <a:schemeClr val="tx1"/>
                </a:solidFill>
                <a:effectLst/>
              </a:rPr>
              <a:t>http://www.exteriores.gob.es/Portal/es/SalaDePrensa/Multimedia/Publicaciones/Documents/PLAN%20DE%20ACCION%20PARA%20LA%20IMPLEMENTACION%20DE%20LA%20AGENDA%202030.pdf</a:t>
            </a:r>
          </a:p>
          <a:p>
            <a:endParaRPr lang="es-ES" dirty="0"/>
          </a:p>
          <a:p>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 sz="1200" i="1"/>
              <a:t>Cómo las TIC están acelerando la consecución de los ODS </a:t>
            </a:r>
            <a:r>
              <a:rPr lang="es-ES" sz="1200"/>
              <a:t>(Informe ITU-ODS, 2018)</a:t>
            </a:r>
            <a:endParaRPr lang="es-ES" dirty="0"/>
          </a:p>
          <a:p>
            <a:pPr>
              <a:lnSpc>
                <a:spcPct val="200000"/>
              </a:lnSpc>
              <a:spcBef>
                <a:spcPct val="0"/>
              </a:spcBef>
              <a:buClr>
                <a:srgbClr val="0070C0"/>
              </a:buClr>
              <a:buFontTx/>
              <a:buAutoNum type="arabicPeriod"/>
            </a:pPr>
            <a:r>
              <a:rPr lang="es-ES" altLang="es-ES" sz="1200" dirty="0"/>
              <a:t>Acceso a servicios financieros digitales.</a:t>
            </a:r>
          </a:p>
          <a:p>
            <a:pPr>
              <a:lnSpc>
                <a:spcPct val="200000"/>
              </a:lnSpc>
              <a:spcBef>
                <a:spcPct val="0"/>
              </a:spcBef>
              <a:buClr>
                <a:srgbClr val="0070C0"/>
              </a:buClr>
              <a:buFontTx/>
              <a:buAutoNum type="arabicPeriod"/>
            </a:pPr>
            <a:r>
              <a:rPr lang="es-ES" altLang="es-ES" sz="1200" dirty="0"/>
              <a:t>Mejorar rendimiento cultivos y productividad.</a:t>
            </a:r>
          </a:p>
          <a:p>
            <a:pPr>
              <a:lnSpc>
                <a:spcPct val="200000"/>
              </a:lnSpc>
              <a:spcBef>
                <a:spcPct val="0"/>
              </a:spcBef>
              <a:buClr>
                <a:srgbClr val="0070C0"/>
              </a:buClr>
              <a:buFontTx/>
              <a:buAutoNum type="arabicPeriod"/>
            </a:pPr>
            <a:r>
              <a:rPr lang="es-ES" altLang="es-ES" sz="1200" dirty="0"/>
              <a:t>Análisis </a:t>
            </a:r>
            <a:r>
              <a:rPr lang="es-ES" altLang="es-ES" sz="1200" dirty="0" err="1"/>
              <a:t>big</a:t>
            </a:r>
            <a:r>
              <a:rPr lang="es-ES" altLang="es-ES" sz="1200" dirty="0"/>
              <a:t> data, conexiones remotas.</a:t>
            </a:r>
          </a:p>
          <a:p>
            <a:pPr>
              <a:lnSpc>
                <a:spcPct val="200000"/>
              </a:lnSpc>
              <a:spcBef>
                <a:spcPct val="0"/>
              </a:spcBef>
              <a:buClr>
                <a:srgbClr val="0070C0"/>
              </a:buClr>
              <a:buFontTx/>
              <a:buAutoNum type="arabicPeriod"/>
            </a:pPr>
            <a:r>
              <a:rPr lang="es-ES" altLang="es-ES" sz="1200" dirty="0"/>
              <a:t>M-</a:t>
            </a:r>
            <a:r>
              <a:rPr lang="es-ES" altLang="es-ES" sz="1200" dirty="0" err="1"/>
              <a:t>Learning</a:t>
            </a:r>
            <a:r>
              <a:rPr lang="es-ES" altLang="es-ES" sz="1200" dirty="0"/>
              <a:t>.</a:t>
            </a:r>
          </a:p>
          <a:p>
            <a:pPr>
              <a:lnSpc>
                <a:spcPct val="150000"/>
              </a:lnSpc>
              <a:spcBef>
                <a:spcPct val="0"/>
              </a:spcBef>
              <a:spcAft>
                <a:spcPts val="600"/>
              </a:spcAft>
              <a:buClr>
                <a:srgbClr val="0070C0"/>
              </a:buClr>
              <a:buFont typeface="Arial" panose="020B0604020202020204" pitchFamily="34" charset="0"/>
              <a:buAutoNum type="arabicPeriod" startAt="5"/>
            </a:pPr>
            <a:r>
              <a:rPr lang="es-ES" altLang="es-ES" sz="1200" dirty="0">
                <a:latin typeface="Corbel" panose="020B0503020204020204" pitchFamily="34" charset="0"/>
              </a:rPr>
              <a:t>Mismos recursos, mismas oportunidades. </a:t>
            </a:r>
            <a:br>
              <a:rPr lang="es-ES" altLang="es-ES" sz="1200" dirty="0">
                <a:latin typeface="Corbel" panose="020B0503020204020204" pitchFamily="34" charset="0"/>
              </a:rPr>
            </a:br>
            <a:r>
              <a:rPr lang="es-ES" altLang="es-ES" sz="1200" dirty="0">
                <a:latin typeface="Corbel" panose="020B0503020204020204" pitchFamily="34" charset="0"/>
              </a:rPr>
              <a:t>Brecha de género</a:t>
            </a:r>
          </a:p>
          <a:p>
            <a:pPr>
              <a:lnSpc>
                <a:spcPct val="200000"/>
              </a:lnSpc>
              <a:spcBef>
                <a:spcPct val="0"/>
              </a:spcBef>
              <a:buClr>
                <a:srgbClr val="0070C0"/>
              </a:buClr>
              <a:buFontTx/>
              <a:buAutoNum type="arabicPeriod" startAt="5"/>
            </a:pPr>
            <a:r>
              <a:rPr lang="es-ES" altLang="es-ES" sz="1200" dirty="0">
                <a:latin typeface="Corbel" panose="020B0503020204020204" pitchFamily="34" charset="0"/>
              </a:rPr>
              <a:t>Gestión inteligente del agua</a:t>
            </a:r>
          </a:p>
          <a:p>
            <a:pPr>
              <a:lnSpc>
                <a:spcPct val="200000"/>
              </a:lnSpc>
              <a:spcBef>
                <a:spcPct val="0"/>
              </a:spcBef>
              <a:buClr>
                <a:srgbClr val="0070C0"/>
              </a:buClr>
              <a:buFontTx/>
              <a:buAutoNum type="arabicPeriod" startAt="5"/>
            </a:pPr>
            <a:r>
              <a:rPr lang="es-ES" altLang="es-ES" sz="1200" dirty="0">
                <a:latin typeface="Corbel" panose="020B0503020204020204" pitchFamily="34" charset="0"/>
              </a:rPr>
              <a:t>Búsqueda de eficiencia energética</a:t>
            </a:r>
          </a:p>
          <a:p>
            <a:pPr>
              <a:lnSpc>
                <a:spcPct val="200000"/>
              </a:lnSpc>
              <a:spcBef>
                <a:spcPct val="0"/>
              </a:spcBef>
              <a:buClr>
                <a:srgbClr val="0070C0"/>
              </a:buClr>
              <a:buFontTx/>
              <a:buAutoNum type="arabicPeriod" startAt="5"/>
            </a:pPr>
            <a:r>
              <a:rPr lang="es-ES" altLang="es-ES" sz="1200" dirty="0">
                <a:latin typeface="Corbel" panose="020B0503020204020204" pitchFamily="34" charset="0"/>
              </a:rPr>
              <a:t>Desarrollar y formar capacidades uso.</a:t>
            </a:r>
          </a:p>
          <a:p>
            <a:pPr>
              <a:lnSpc>
                <a:spcPct val="150000"/>
              </a:lnSpc>
              <a:spcBef>
                <a:spcPct val="0"/>
              </a:spcBef>
              <a:spcAft>
                <a:spcPts val="600"/>
              </a:spcAft>
              <a:buClr>
                <a:srgbClr val="0070C0"/>
              </a:buClr>
              <a:buFont typeface="Arial" panose="020B0604020202020204" pitchFamily="34" charset="0"/>
              <a:buAutoNum type="arabicPeriod" startAt="9"/>
            </a:pPr>
            <a:r>
              <a:rPr lang="es-ES" altLang="es-ES" sz="1200" dirty="0">
                <a:latin typeface="Corbel" panose="020B0503020204020204" pitchFamily="34" charset="0"/>
              </a:rPr>
              <a:t>Acceso universal y asequible para PMA.</a:t>
            </a:r>
          </a:p>
          <a:p>
            <a:pPr>
              <a:lnSpc>
                <a:spcPct val="200000"/>
              </a:lnSpc>
              <a:spcBef>
                <a:spcPct val="0"/>
              </a:spcBef>
              <a:buClr>
                <a:srgbClr val="0070C0"/>
              </a:buClr>
              <a:buFontTx/>
              <a:buAutoNum type="arabicPeriod" startAt="9"/>
            </a:pPr>
            <a:r>
              <a:rPr lang="es-ES" altLang="es-ES" sz="1200" dirty="0">
                <a:latin typeface="Corbel" panose="020B0503020204020204" pitchFamily="34" charset="0"/>
              </a:rPr>
              <a:t>Reducir desigualdad entre y en los países.</a:t>
            </a:r>
          </a:p>
          <a:p>
            <a:pPr>
              <a:lnSpc>
                <a:spcPct val="200000"/>
              </a:lnSpc>
              <a:spcBef>
                <a:spcPct val="0"/>
              </a:spcBef>
              <a:buClr>
                <a:srgbClr val="0070C0"/>
              </a:buClr>
              <a:buFontTx/>
              <a:buAutoNum type="arabicPeriod" startAt="9"/>
            </a:pPr>
            <a:r>
              <a:rPr lang="es-ES" altLang="es-ES" sz="1200" dirty="0">
                <a:latin typeface="Corbel" panose="020B0503020204020204" pitchFamily="34" charset="0"/>
              </a:rPr>
              <a:t>Gestión de las ciudades.</a:t>
            </a:r>
          </a:p>
          <a:p>
            <a:pPr>
              <a:lnSpc>
                <a:spcPct val="200000"/>
              </a:lnSpc>
              <a:spcBef>
                <a:spcPct val="0"/>
              </a:spcBef>
              <a:buClr>
                <a:srgbClr val="0070C0"/>
              </a:buClr>
              <a:buFontTx/>
              <a:buAutoNum type="arabicPeriod" startAt="9"/>
            </a:pPr>
            <a:r>
              <a:rPr lang="es-ES" altLang="es-ES" sz="1200" dirty="0" err="1">
                <a:latin typeface="Corbel" panose="020B0503020204020204" pitchFamily="34" charset="0"/>
              </a:rPr>
              <a:t>Des-materialización</a:t>
            </a:r>
            <a:r>
              <a:rPr lang="es-ES" altLang="es-ES" sz="1200" dirty="0">
                <a:latin typeface="Corbel" panose="020B0503020204020204" pitchFamily="34" charset="0"/>
              </a:rPr>
              <a:t> y virtualización.</a:t>
            </a:r>
          </a:p>
          <a:p>
            <a:pPr>
              <a:lnSpc>
                <a:spcPct val="150000"/>
              </a:lnSpc>
              <a:spcBef>
                <a:spcPct val="0"/>
              </a:spcBef>
              <a:spcAft>
                <a:spcPts val="600"/>
              </a:spcAft>
              <a:buClr>
                <a:srgbClr val="0070C0"/>
              </a:buClr>
              <a:buFont typeface="Arial" panose="020B0604020202020204" pitchFamily="34" charset="0"/>
              <a:buAutoNum type="arabicPeriod" startAt="13"/>
            </a:pPr>
            <a:r>
              <a:rPr lang="es-ES" altLang="es-ES" sz="1200" dirty="0">
                <a:latin typeface="Corbel" panose="020B0503020204020204" pitchFamily="34" charset="0"/>
              </a:rPr>
              <a:t>Sistemas de predicción y alerta temprana.</a:t>
            </a:r>
          </a:p>
          <a:p>
            <a:pPr>
              <a:lnSpc>
                <a:spcPct val="200000"/>
              </a:lnSpc>
              <a:spcBef>
                <a:spcPct val="0"/>
              </a:spcBef>
              <a:buClr>
                <a:srgbClr val="0070C0"/>
              </a:buClr>
              <a:buFontTx/>
              <a:buAutoNum type="arabicPeriod" startAt="13"/>
            </a:pPr>
            <a:r>
              <a:rPr lang="es-ES" altLang="es-ES" sz="1200" dirty="0">
                <a:latin typeface="Corbel" panose="020B0503020204020204" pitchFamily="34" charset="0"/>
              </a:rPr>
              <a:t>Supervisión, registro, </a:t>
            </a:r>
            <a:r>
              <a:rPr lang="es-ES" altLang="es-ES" sz="1200" dirty="0" err="1">
                <a:latin typeface="Corbel" panose="020B0503020204020204" pitchFamily="34" charset="0"/>
              </a:rPr>
              <a:t>big</a:t>
            </a:r>
            <a:r>
              <a:rPr lang="es-ES" altLang="es-ES" sz="1200" dirty="0">
                <a:latin typeface="Corbel" panose="020B0503020204020204" pitchFamily="34" charset="0"/>
              </a:rPr>
              <a:t> data.</a:t>
            </a:r>
          </a:p>
          <a:p>
            <a:pPr>
              <a:lnSpc>
                <a:spcPct val="200000"/>
              </a:lnSpc>
              <a:spcBef>
                <a:spcPct val="0"/>
              </a:spcBef>
              <a:buClr>
                <a:srgbClr val="0070C0"/>
              </a:buClr>
              <a:buFontTx/>
              <a:buAutoNum type="arabicPeriod" startAt="13"/>
            </a:pPr>
            <a:r>
              <a:rPr lang="es-ES" altLang="es-ES" sz="1200" dirty="0">
                <a:latin typeface="Corbel" panose="020B0503020204020204" pitchFamily="34" charset="0"/>
              </a:rPr>
              <a:t>= ODS 14</a:t>
            </a:r>
          </a:p>
          <a:p>
            <a:pPr>
              <a:lnSpc>
                <a:spcPct val="200000"/>
              </a:lnSpc>
              <a:spcBef>
                <a:spcPct val="0"/>
              </a:spcBef>
              <a:buClr>
                <a:srgbClr val="0070C0"/>
              </a:buClr>
              <a:buFontTx/>
              <a:buAutoNum type="arabicPeriod" startAt="13"/>
            </a:pPr>
            <a:r>
              <a:rPr lang="es-ES" altLang="es-ES" sz="1200" dirty="0">
                <a:latin typeface="Corbel" panose="020B0503020204020204" pitchFamily="34" charset="0"/>
              </a:rPr>
              <a:t>Gestión de crisis, open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17. </a:t>
            </a:r>
            <a:r>
              <a:rPr lang="es-ES" altLang="es-ES" sz="1200" dirty="0">
                <a:latin typeface="Corbel" panose="020B0503020204020204" pitchFamily="34" charset="0"/>
              </a:rPr>
              <a:t>Agenda 2030: …“la expansión de las tecnologías de la información y la comunicación y la interconexión global tienen un gran potencial para acelerar el progreso humano, superar la brecha digital y desarrollar sociedades del conocimiento ... ".</a:t>
            </a:r>
          </a:p>
          <a:p>
            <a:endParaRPr lang="es-ES" dirty="0"/>
          </a:p>
        </p:txBody>
      </p:sp>
      <p:sp>
        <p:nvSpPr>
          <p:cNvPr id="4" name="Marcador de número de diapositiva 3"/>
          <p:cNvSpPr>
            <a:spLocks noGrp="1"/>
          </p:cNvSpPr>
          <p:nvPr>
            <p:ph type="sldNum" sz="quarter" idx="5"/>
          </p:nvPr>
        </p:nvSpPr>
        <p:spPr/>
        <p:txBody>
          <a:bodyPr/>
          <a:lstStyle/>
          <a:p>
            <a:fld id="{7C1D7475-3A4C-451E-84F4-15FDA2C826AA}" type="slidenum">
              <a:rPr lang="es-ES" smtClean="0"/>
              <a:t>50</a:t>
            </a:fld>
            <a:endParaRPr lang="es-ES"/>
          </a:p>
        </p:txBody>
      </p:sp>
    </p:spTree>
    <p:extLst>
      <p:ext uri="{BB962C8B-B14F-4D97-AF65-F5344CB8AC3E}">
        <p14:creationId xmlns:p14="http://schemas.microsoft.com/office/powerpoint/2010/main" val="1387235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6924B5-25BF-4810-8731-589EA9524761}"/>
              </a:ext>
            </a:extLst>
          </p:cNvPr>
          <p:cNvSpPr>
            <a:spLocks noGrp="1"/>
          </p:cNvSpPr>
          <p:nvPr>
            <p:ph type="ctrTitle" hasCustomPrompt="1"/>
          </p:nvPr>
        </p:nvSpPr>
        <p:spPr>
          <a:xfrm>
            <a:off x="1524000" y="1122363"/>
            <a:ext cx="9144000" cy="2387600"/>
          </a:xfrm>
        </p:spPr>
        <p:txBody>
          <a:bodyPr anchor="b"/>
          <a:lstStyle>
            <a:lvl1pPr algn="ctr">
              <a:defRPr sz="6000">
                <a:solidFill>
                  <a:schemeClr val="tx1"/>
                </a:solidFill>
              </a:defRPr>
            </a:lvl1pPr>
          </a:lstStyle>
          <a:p>
            <a:r>
              <a:rPr lang="es-ES" dirty="0"/>
              <a:t>Título</a:t>
            </a:r>
          </a:p>
        </p:txBody>
      </p:sp>
      <p:sp>
        <p:nvSpPr>
          <p:cNvPr id="3" name="Subtítulo 2">
            <a:extLst>
              <a:ext uri="{FF2B5EF4-FFF2-40B4-BE49-F238E27FC236}">
                <a16:creationId xmlns:a16="http://schemas.microsoft.com/office/drawing/2014/main" id="{4811762F-FA00-4A3C-B3A9-2556D20FAB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p>
        </p:txBody>
      </p:sp>
      <p:sp>
        <p:nvSpPr>
          <p:cNvPr id="5" name="Marcador de pie de página 4">
            <a:extLst>
              <a:ext uri="{FF2B5EF4-FFF2-40B4-BE49-F238E27FC236}">
                <a16:creationId xmlns:a16="http://schemas.microsoft.com/office/drawing/2014/main" id="{6961C57A-0C64-4D9A-902A-4C3FF7A3C9DC}"/>
              </a:ext>
            </a:extLst>
          </p:cNvPr>
          <p:cNvSpPr>
            <a:spLocks noGrp="1"/>
          </p:cNvSpPr>
          <p:nvPr>
            <p:ph type="ftr" sz="quarter" idx="11"/>
          </p:nvPr>
        </p:nvSpPr>
        <p:spPr>
          <a:xfrm>
            <a:off x="116377" y="6608618"/>
            <a:ext cx="11223567" cy="242974"/>
          </a:xfrm>
          <a:prstGeom prst="rect">
            <a:avLst/>
          </a:prstGeom>
        </p:spPr>
        <p:txBody>
          <a:bodyPr/>
          <a:lstStyle>
            <a:lvl1pPr algn="ctr">
              <a:defRPr sz="1200"/>
            </a:lvl1pPr>
          </a:lstStyle>
          <a:p>
            <a:r>
              <a:rPr lang="es-ES" dirty="0"/>
              <a:t>Aspectos Éticos y Sociales.  Curso 2022-23</a:t>
            </a:r>
          </a:p>
        </p:txBody>
      </p:sp>
      <p:sp>
        <p:nvSpPr>
          <p:cNvPr id="6" name="Marcador de número de diapositiva 5">
            <a:extLst>
              <a:ext uri="{FF2B5EF4-FFF2-40B4-BE49-F238E27FC236}">
                <a16:creationId xmlns:a16="http://schemas.microsoft.com/office/drawing/2014/main" id="{864890CB-3BB2-4247-A3C2-46D413F94D65}"/>
              </a:ext>
            </a:extLst>
          </p:cNvPr>
          <p:cNvSpPr>
            <a:spLocks noGrp="1"/>
          </p:cNvSpPr>
          <p:nvPr>
            <p:ph type="sldNum" sz="quarter" idx="12"/>
          </p:nvPr>
        </p:nvSpPr>
        <p:spPr>
          <a:xfrm>
            <a:off x="11488189" y="6608618"/>
            <a:ext cx="623455" cy="242973"/>
          </a:xfrm>
          <a:prstGeom prst="rect">
            <a:avLst/>
          </a:prstGeom>
        </p:spPr>
        <p:txBody>
          <a:bodyPr/>
          <a:lstStyle>
            <a:lvl1pPr algn="ctr">
              <a:defRPr sz="1200"/>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239799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FDB81-AD36-474F-968A-19D4508E14C1}"/>
              </a:ext>
            </a:extLst>
          </p:cNvPr>
          <p:cNvSpPr>
            <a:spLocks noGrp="1"/>
          </p:cNvSpPr>
          <p:nvPr>
            <p:ph type="title"/>
          </p:nvPr>
        </p:nvSpPr>
        <p:spPr>
          <a:xfrm>
            <a:off x="764771" y="15356"/>
            <a:ext cx="11338559" cy="563996"/>
          </a:xfrm>
        </p:spPr>
        <p:txBody>
          <a:bodyPr>
            <a:normAutofit/>
          </a:bodyPr>
          <a:lstStyle>
            <a:lvl1pPr>
              <a:defRPr sz="3200"/>
            </a:lvl1p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733801AF-4954-41E7-B80D-B6CC3B9314B5}"/>
              </a:ext>
            </a:extLst>
          </p:cNvPr>
          <p:cNvSpPr>
            <a:spLocks noGrp="1"/>
          </p:cNvSpPr>
          <p:nvPr>
            <p:ph idx="1"/>
          </p:nvPr>
        </p:nvSpPr>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Marcador de pie de página 4">
            <a:extLst>
              <a:ext uri="{FF2B5EF4-FFF2-40B4-BE49-F238E27FC236}">
                <a16:creationId xmlns:a16="http://schemas.microsoft.com/office/drawing/2014/main" id="{08B8C865-ECC2-4DD2-809B-E857F4B445D9}"/>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165B1906-978B-4207-8263-A1FBFE4E20C6}"/>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58619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C5215B-94EA-4638-8B1E-CF9FED1D52D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D9E6408-088B-4242-9922-8B54B345E025}"/>
              </a:ext>
            </a:extLst>
          </p:cNvPr>
          <p:cNvSpPr>
            <a:spLocks noGrp="1"/>
          </p:cNvSpPr>
          <p:nvPr>
            <p:ph sz="half" idx="1"/>
          </p:nvPr>
        </p:nvSpPr>
        <p:spPr>
          <a:xfrm>
            <a:off x="116378" y="679269"/>
            <a:ext cx="5866412" cy="5796346"/>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58F829C-561E-4DA8-8325-1014B0866223}"/>
              </a:ext>
            </a:extLst>
          </p:cNvPr>
          <p:cNvSpPr>
            <a:spLocks noGrp="1"/>
          </p:cNvSpPr>
          <p:nvPr>
            <p:ph sz="half" idx="2"/>
          </p:nvPr>
        </p:nvSpPr>
        <p:spPr>
          <a:xfrm>
            <a:off x="6209211" y="679269"/>
            <a:ext cx="5866412" cy="5796346"/>
          </a:xfrm>
        </p:spPr>
        <p:txBody>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8" name="Marcador de pie de página 4">
            <a:extLst>
              <a:ext uri="{FF2B5EF4-FFF2-40B4-BE49-F238E27FC236}">
                <a16:creationId xmlns:a16="http://schemas.microsoft.com/office/drawing/2014/main" id="{8EFD990C-68A6-4A30-B5E3-E85D00ECA588}"/>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9" name="Marcador de número de diapositiva 5">
            <a:extLst>
              <a:ext uri="{FF2B5EF4-FFF2-40B4-BE49-F238E27FC236}">
                <a16:creationId xmlns:a16="http://schemas.microsoft.com/office/drawing/2014/main" id="{5DDED81D-B5B6-4485-BA1C-4C30506600D9}"/>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874992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F23B5-C282-44D6-AAB5-C4EDDBC49BB2}"/>
              </a:ext>
            </a:extLst>
          </p:cNvPr>
          <p:cNvSpPr>
            <a:spLocks noGrp="1"/>
          </p:cNvSpPr>
          <p:nvPr>
            <p:ph type="title"/>
          </p:nvPr>
        </p:nvSpPr>
        <p:spPr/>
        <p:txBody>
          <a:bodyPr/>
          <a:lstStyle/>
          <a:p>
            <a:r>
              <a:rPr lang="es-ES" dirty="0"/>
              <a:t>Haga clic para modificar el estilo de título del patrón</a:t>
            </a:r>
          </a:p>
        </p:txBody>
      </p:sp>
      <p:sp>
        <p:nvSpPr>
          <p:cNvPr id="6" name="Marcador de pie de página 4">
            <a:extLst>
              <a:ext uri="{FF2B5EF4-FFF2-40B4-BE49-F238E27FC236}">
                <a16:creationId xmlns:a16="http://schemas.microsoft.com/office/drawing/2014/main" id="{8BC2AFC3-DDDD-4DD3-89D3-E4F73E7DCE80}"/>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7" name="Marcador de número de diapositiva 5">
            <a:extLst>
              <a:ext uri="{FF2B5EF4-FFF2-40B4-BE49-F238E27FC236}">
                <a16:creationId xmlns:a16="http://schemas.microsoft.com/office/drawing/2014/main" id="{7ADE7CAF-F92B-4886-BF24-9ED32F141685}"/>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1543420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5E4BD482-944B-42B9-B61D-F5C568154FE7}"/>
              </a:ext>
            </a:extLst>
          </p:cNvPr>
          <p:cNvSpPr>
            <a:spLocks noGrp="1"/>
          </p:cNvSpPr>
          <p:nvPr>
            <p:ph type="pic" idx="1"/>
          </p:nvPr>
        </p:nvSpPr>
        <p:spPr>
          <a:xfrm>
            <a:off x="5183188" y="687977"/>
            <a:ext cx="6892434" cy="57876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723193A-30E2-4852-8C34-2CEB6F17A660}"/>
              </a:ext>
            </a:extLst>
          </p:cNvPr>
          <p:cNvSpPr>
            <a:spLocks noGrp="1"/>
          </p:cNvSpPr>
          <p:nvPr>
            <p:ph type="body" sz="half" idx="2"/>
          </p:nvPr>
        </p:nvSpPr>
        <p:spPr>
          <a:xfrm>
            <a:off x="116378" y="687977"/>
            <a:ext cx="4655648" cy="57876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Editar los estilos de texto del patrón</a:t>
            </a:r>
          </a:p>
        </p:txBody>
      </p:sp>
      <p:sp>
        <p:nvSpPr>
          <p:cNvPr id="8" name="Título 1">
            <a:extLst>
              <a:ext uri="{FF2B5EF4-FFF2-40B4-BE49-F238E27FC236}">
                <a16:creationId xmlns:a16="http://schemas.microsoft.com/office/drawing/2014/main" id="{9B994F07-0445-4BEA-86CE-5B01E4360445}"/>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
        <p:nvSpPr>
          <p:cNvPr id="9" name="Marcador de pie de página 4">
            <a:extLst>
              <a:ext uri="{FF2B5EF4-FFF2-40B4-BE49-F238E27FC236}">
                <a16:creationId xmlns:a16="http://schemas.microsoft.com/office/drawing/2014/main" id="{F0FD88A3-CD24-4E84-8B97-372B5090D2AA}"/>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10" name="Marcador de número de diapositiva 5">
            <a:extLst>
              <a:ext uri="{FF2B5EF4-FFF2-40B4-BE49-F238E27FC236}">
                <a16:creationId xmlns:a16="http://schemas.microsoft.com/office/drawing/2014/main" id="{C20010ED-56A5-4773-8CFD-8465650FE6C4}"/>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338832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708B936D-1875-4782-AE78-3D64318881B4}"/>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6" name="Marcador de número de diapositiva 5">
            <a:extLst>
              <a:ext uri="{FF2B5EF4-FFF2-40B4-BE49-F238E27FC236}">
                <a16:creationId xmlns:a16="http://schemas.microsoft.com/office/drawing/2014/main" id="{4571EE37-48E4-4F91-BF26-95E43F763D7B}"/>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
        <p:nvSpPr>
          <p:cNvPr id="7" name="Título 1">
            <a:extLst>
              <a:ext uri="{FF2B5EF4-FFF2-40B4-BE49-F238E27FC236}">
                <a16:creationId xmlns:a16="http://schemas.microsoft.com/office/drawing/2014/main" id="{9FE71781-8DA0-4A47-A6CA-EC110E36D3CE}"/>
              </a:ext>
            </a:extLst>
          </p:cNvPr>
          <p:cNvSpPr>
            <a:spLocks noGrp="1"/>
          </p:cNvSpPr>
          <p:nvPr>
            <p:ph type="title"/>
          </p:nvPr>
        </p:nvSpPr>
        <p:spPr>
          <a:xfrm>
            <a:off x="734290" y="-1"/>
            <a:ext cx="10605655" cy="573579"/>
          </a:xfrm>
        </p:spPr>
        <p:txBody>
          <a:bodyPr/>
          <a:lstStyle/>
          <a:p>
            <a:r>
              <a:rPr lang="es-ES" dirty="0"/>
              <a:t>Haga clic para modificar el estilo de título del patrón</a:t>
            </a:r>
          </a:p>
        </p:txBody>
      </p:sp>
    </p:spTree>
    <p:extLst>
      <p:ext uri="{BB962C8B-B14F-4D97-AF65-F5344CB8AC3E}">
        <p14:creationId xmlns:p14="http://schemas.microsoft.com/office/powerpoint/2010/main" val="98111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1112AD-CA53-4C00-99FB-0FD875F557AA}"/>
              </a:ext>
            </a:extLst>
          </p:cNvPr>
          <p:cNvSpPr>
            <a:spLocks noGrp="1"/>
          </p:cNvSpPr>
          <p:nvPr>
            <p:ph type="title"/>
          </p:nvPr>
        </p:nvSpPr>
        <p:spPr/>
        <p:txBody>
          <a:bodyPr/>
          <a:lstStyle/>
          <a:p>
            <a:r>
              <a:rPr lang="es-ES" dirty="0"/>
              <a:t>Haga clic para modificar el estilo de título del patrón</a:t>
            </a:r>
          </a:p>
        </p:txBody>
      </p:sp>
      <p:sp>
        <p:nvSpPr>
          <p:cNvPr id="3" name="Marcador de texto vertical 2">
            <a:extLst>
              <a:ext uri="{FF2B5EF4-FFF2-40B4-BE49-F238E27FC236}">
                <a16:creationId xmlns:a16="http://schemas.microsoft.com/office/drawing/2014/main" id="{1F95EFA8-DBAD-46BB-BE44-2CB41B4D6CDE}"/>
              </a:ext>
            </a:extLst>
          </p:cNvPr>
          <p:cNvSpPr>
            <a:spLocks noGrp="1"/>
          </p:cNvSpPr>
          <p:nvPr>
            <p:ph type="body" orient="vert" idx="1"/>
          </p:nvPr>
        </p:nvSpPr>
        <p:spPr>
          <a:xfrm>
            <a:off x="116377" y="681644"/>
            <a:ext cx="11986953" cy="5802283"/>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pie de página 4">
            <a:extLst>
              <a:ext uri="{FF2B5EF4-FFF2-40B4-BE49-F238E27FC236}">
                <a16:creationId xmlns:a16="http://schemas.microsoft.com/office/drawing/2014/main" id="{0BD82A86-4E5E-4723-AE1E-4AD512A7CAC3}"/>
              </a:ext>
            </a:extLst>
          </p:cNvPr>
          <p:cNvSpPr>
            <a:spLocks noGrp="1"/>
          </p:cNvSpPr>
          <p:nvPr>
            <p:ph type="ftr" sz="quarter" idx="11"/>
          </p:nvPr>
        </p:nvSpPr>
        <p:spPr>
          <a:xfrm>
            <a:off x="116377" y="6575367"/>
            <a:ext cx="11223567" cy="276225"/>
          </a:xfrm>
          <a:prstGeom prst="rect">
            <a:avLst/>
          </a:prstGeom>
        </p:spPr>
        <p:txBody>
          <a:bodyPr/>
          <a:lstStyle>
            <a:lvl1pPr algn="ctr">
              <a:defRPr sz="1200">
                <a:solidFill>
                  <a:schemeClr val="tx1"/>
                </a:solidFill>
              </a:defRPr>
            </a:lvl1pPr>
          </a:lstStyle>
          <a:p>
            <a:r>
              <a:rPr lang="es-ES" dirty="0"/>
              <a:t>Aspectos Éticos y Sociales</a:t>
            </a:r>
          </a:p>
        </p:txBody>
      </p:sp>
      <p:sp>
        <p:nvSpPr>
          <p:cNvPr id="8" name="Marcador de número de diapositiva 5">
            <a:extLst>
              <a:ext uri="{FF2B5EF4-FFF2-40B4-BE49-F238E27FC236}">
                <a16:creationId xmlns:a16="http://schemas.microsoft.com/office/drawing/2014/main" id="{570BAA36-0FF3-41BD-958C-B29B5FFC1DBE}"/>
              </a:ext>
            </a:extLst>
          </p:cNvPr>
          <p:cNvSpPr>
            <a:spLocks noGrp="1"/>
          </p:cNvSpPr>
          <p:nvPr>
            <p:ph type="sldNum" sz="quarter" idx="12"/>
          </p:nvPr>
        </p:nvSpPr>
        <p:spPr>
          <a:xfrm>
            <a:off x="11339945" y="6575366"/>
            <a:ext cx="763385" cy="276225"/>
          </a:xfrm>
          <a:prstGeom prst="rect">
            <a:avLst/>
          </a:prstGeom>
        </p:spPr>
        <p:txBody>
          <a:bodyPr/>
          <a:lstStyle>
            <a:lvl1pPr algn="ctr">
              <a:defRPr sz="1200">
                <a:solidFill>
                  <a:schemeClr val="tx1"/>
                </a:solidFill>
              </a:defRPr>
            </a:lvl1pPr>
          </a:lstStyle>
          <a:p>
            <a:fld id="{DD78B9B0-B568-4B7D-A141-3C843B6BAC7A}" type="slidenum">
              <a:rPr lang="es-ES" smtClean="0"/>
              <a:pPr/>
              <a:t>‹Nº›</a:t>
            </a:fld>
            <a:endParaRPr lang="es-ES" dirty="0"/>
          </a:p>
        </p:txBody>
      </p:sp>
    </p:spTree>
    <p:extLst>
      <p:ext uri="{BB962C8B-B14F-4D97-AF65-F5344CB8AC3E}">
        <p14:creationId xmlns:p14="http://schemas.microsoft.com/office/powerpoint/2010/main" val="925801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1E9BD473-7995-4184-8A2F-43D3CB1C8E7F}"/>
              </a:ext>
            </a:extLst>
          </p:cNvPr>
          <p:cNvSpPr/>
          <p:nvPr userDrawn="1"/>
        </p:nvSpPr>
        <p:spPr>
          <a:xfrm>
            <a:off x="0" y="0"/>
            <a:ext cx="12192000" cy="573579"/>
          </a:xfrm>
          <a:prstGeom prst="rect">
            <a:avLst/>
          </a:prstGeom>
          <a:solidFill>
            <a:srgbClr val="0060D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 name="Marcador de título 1">
            <a:extLst>
              <a:ext uri="{FF2B5EF4-FFF2-40B4-BE49-F238E27FC236}">
                <a16:creationId xmlns:a16="http://schemas.microsoft.com/office/drawing/2014/main" id="{54D98FFC-BA49-43A6-BE2A-794E83E723D3}"/>
              </a:ext>
            </a:extLst>
          </p:cNvPr>
          <p:cNvSpPr>
            <a:spLocks noGrp="1"/>
          </p:cNvSpPr>
          <p:nvPr>
            <p:ph type="title"/>
          </p:nvPr>
        </p:nvSpPr>
        <p:spPr>
          <a:xfrm>
            <a:off x="734290" y="-1"/>
            <a:ext cx="10605655" cy="573579"/>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Marcador de texto 2">
            <a:extLst>
              <a:ext uri="{FF2B5EF4-FFF2-40B4-BE49-F238E27FC236}">
                <a16:creationId xmlns:a16="http://schemas.microsoft.com/office/drawing/2014/main" id="{BC59B44D-0C0A-491E-AFEC-89E74ACDA10D}"/>
              </a:ext>
            </a:extLst>
          </p:cNvPr>
          <p:cNvSpPr>
            <a:spLocks noGrp="1"/>
          </p:cNvSpPr>
          <p:nvPr>
            <p:ph type="body" idx="1"/>
          </p:nvPr>
        </p:nvSpPr>
        <p:spPr>
          <a:xfrm>
            <a:off x="116377" y="681644"/>
            <a:ext cx="11986953" cy="5702531"/>
          </a:xfrm>
          <a:prstGeom prst="rect">
            <a:avLst/>
          </a:prstGeom>
        </p:spPr>
        <p:txBody>
          <a:bodyPr vert="horz" lIns="91440" tIns="45720" rIns="91440" bIns="45720" rtlCol="0">
            <a:normAutofit/>
          </a:bodyPr>
          <a:lstStyle/>
          <a:p>
            <a:pPr lvl="0"/>
            <a:r>
              <a:rPr lang="es-ES" dirty="0"/>
              <a:t>Editar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pic>
        <p:nvPicPr>
          <p:cNvPr id="9" name="Imagen 8">
            <a:extLst>
              <a:ext uri="{FF2B5EF4-FFF2-40B4-BE49-F238E27FC236}">
                <a16:creationId xmlns:a16="http://schemas.microsoft.com/office/drawing/2014/main" id="{986AF6DA-7112-4863-9B1B-A2C4303F3C47}"/>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541" y="-1"/>
            <a:ext cx="728749" cy="561744"/>
          </a:xfrm>
          <a:prstGeom prst="rect">
            <a:avLst/>
          </a:prstGeom>
        </p:spPr>
      </p:pic>
    </p:spTree>
    <p:extLst>
      <p:ext uri="{BB962C8B-B14F-4D97-AF65-F5344CB8AC3E}">
        <p14:creationId xmlns:p14="http://schemas.microsoft.com/office/powerpoint/2010/main" val="310400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7" r:id="rId5"/>
    <p:sldLayoutId id="2147483655" r:id="rId6"/>
    <p:sldLayoutId id="2147483658" r:id="rId7"/>
  </p:sldLayoutIdLst>
  <p:hf hdr="0" dt="0"/>
  <p:txStyles>
    <p:titleStyle>
      <a:lvl1pPr algn="ctr"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ergio.dantonio@upm.e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hyperlink" Target="http://images.google.es/imgres?imgurl=http://www.saggitharius.com.br/imgcont/batomica1.jpg&amp;imgrefurl=http://www.saggitharius.com.br/001-ler-cont.php?id=39&amp;h=222&amp;w=280&amp;sz=18&amp;tbnid=b_7EBechg9cJ:&amp;tbnh=86&amp;tbnw=109&amp;hl=es&amp;start=6&amp;prev=/images?q=Bomba+at%C3%B3mica&amp;svnum=10&amp;hl=es&amp;lr=&amp;rls=GGLG,GGLG:2005-39,GGLG:e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htAnVeMtrr8"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youtube.com/watch?v=-z5z8aGRSQ0"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7.jpg"/></Relationships>
</file>

<file path=ppt/slides/_rels/slide3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C04329-78F3-4BF8-AE60-CD1CC9BD5B67}"/>
              </a:ext>
            </a:extLst>
          </p:cNvPr>
          <p:cNvSpPr>
            <a:spLocks noGrp="1"/>
          </p:cNvSpPr>
          <p:nvPr>
            <p:ph type="ctrTitle"/>
          </p:nvPr>
        </p:nvSpPr>
        <p:spPr/>
        <p:txBody>
          <a:bodyPr/>
          <a:lstStyle/>
          <a:p>
            <a:r>
              <a:rPr lang="es-ES" dirty="0"/>
              <a:t>Aspectos Éticos y Sociales</a:t>
            </a:r>
          </a:p>
        </p:txBody>
      </p:sp>
      <p:sp>
        <p:nvSpPr>
          <p:cNvPr id="3" name="Subtítulo 2">
            <a:extLst>
              <a:ext uri="{FF2B5EF4-FFF2-40B4-BE49-F238E27FC236}">
                <a16:creationId xmlns:a16="http://schemas.microsoft.com/office/drawing/2014/main" id="{F13CACE1-4D01-4E1D-B754-43F1E443484D}"/>
              </a:ext>
            </a:extLst>
          </p:cNvPr>
          <p:cNvSpPr>
            <a:spLocks noGrp="1"/>
          </p:cNvSpPr>
          <p:nvPr>
            <p:ph type="subTitle" idx="1"/>
          </p:nvPr>
        </p:nvSpPr>
        <p:spPr/>
        <p:txBody>
          <a:bodyPr>
            <a:normAutofit fontScale="77500" lnSpcReduction="20000"/>
          </a:bodyPr>
          <a:lstStyle/>
          <a:p>
            <a:r>
              <a:rPr lang="es-ES" altLang="es-ES" dirty="0">
                <a:ea typeface="ＭＳ Ｐゴシック" panose="020B0600070205080204" pitchFamily="34" charset="-128"/>
              </a:rPr>
              <a:t>Tema 1: Ciencia, Tecnología y Sociedad (CTS)</a:t>
            </a:r>
          </a:p>
          <a:p>
            <a:endParaRPr lang="es-ES" dirty="0">
              <a:ea typeface="ＭＳ Ｐゴシック" panose="020B0600070205080204" pitchFamily="34" charset="-128"/>
            </a:endParaRPr>
          </a:p>
          <a:p>
            <a:pPr>
              <a:defRPr/>
            </a:pPr>
            <a:r>
              <a:rPr lang="es-ES" altLang="es-ES" b="1" dirty="0">
                <a:ea typeface="ＭＳ Ｐゴシック" panose="020B0600070205080204" pitchFamily="34" charset="-128"/>
              </a:rPr>
              <a:t>PROFESORES</a:t>
            </a:r>
            <a:r>
              <a:rPr lang="es-ES" altLang="es-ES" dirty="0">
                <a:ea typeface="ＭＳ Ｐゴシック" panose="020B0600070205080204" pitchFamily="34" charset="-128"/>
              </a:rPr>
              <a:t>: Celia Fernández Aller, Sergio </a:t>
            </a:r>
            <a:r>
              <a:rPr lang="es-ES" altLang="es-ES" dirty="0" err="1">
                <a:ea typeface="ＭＳ Ｐゴシック" panose="020B0600070205080204" pitchFamily="34" charset="-128"/>
              </a:rPr>
              <a:t>D’Antonio</a:t>
            </a:r>
            <a:r>
              <a:rPr lang="es-ES" altLang="es-ES" dirty="0">
                <a:ea typeface="ＭＳ Ｐゴシック" panose="020B0600070205080204" pitchFamily="34" charset="-128"/>
              </a:rPr>
              <a:t> </a:t>
            </a:r>
            <a:r>
              <a:rPr lang="es-ES" altLang="es-ES" dirty="0" err="1">
                <a:ea typeface="ＭＳ Ｐゴシック" panose="020B0600070205080204" pitchFamily="34" charset="-128"/>
              </a:rPr>
              <a:t>Maceiras</a:t>
            </a:r>
            <a:endParaRPr lang="es-ES" altLang="es-ES" dirty="0">
              <a:ea typeface="ＭＳ Ｐゴシック" panose="020B0600070205080204" pitchFamily="34" charset="-128"/>
            </a:endParaRPr>
          </a:p>
          <a:p>
            <a:pPr>
              <a:defRPr/>
            </a:pPr>
            <a:endParaRPr lang="es-ES" altLang="es-ES" sz="2800" dirty="0">
              <a:ea typeface="ＭＳ Ｐゴシック" panose="020B0600070205080204" pitchFamily="34" charset="-128"/>
            </a:endParaRPr>
          </a:p>
          <a:p>
            <a:pPr>
              <a:defRPr/>
            </a:pPr>
            <a:r>
              <a:rPr lang="es-ES" altLang="es-ES" dirty="0">
                <a:ea typeface="ＭＳ Ｐゴシック" panose="020B0600070205080204" pitchFamily="34" charset="-128"/>
              </a:rPr>
              <a:t>Coordinador: Sergio </a:t>
            </a:r>
            <a:r>
              <a:rPr lang="es-ES" altLang="es-ES" dirty="0" err="1">
                <a:ea typeface="ＭＳ Ｐゴシック" panose="020B0600070205080204" pitchFamily="34" charset="-128"/>
              </a:rPr>
              <a:t>D’Antonio</a:t>
            </a:r>
            <a:r>
              <a:rPr lang="es-ES" altLang="es-ES" dirty="0">
                <a:ea typeface="ＭＳ Ｐゴシック" panose="020B0600070205080204" pitchFamily="34" charset="-128"/>
              </a:rPr>
              <a:t> </a:t>
            </a:r>
            <a:r>
              <a:rPr lang="es-ES" altLang="es-ES" dirty="0" err="1">
                <a:ea typeface="ＭＳ Ｐゴシック" panose="020B0600070205080204" pitchFamily="34" charset="-128"/>
              </a:rPr>
              <a:t>Maceiras</a:t>
            </a:r>
            <a:r>
              <a:rPr lang="es-ES" altLang="es-ES" dirty="0">
                <a:ea typeface="ＭＳ Ｐゴシック" panose="020B0600070205080204" pitchFamily="34" charset="-128"/>
              </a:rPr>
              <a:t> (</a:t>
            </a:r>
            <a:r>
              <a:rPr lang="es-ES" altLang="es-ES" dirty="0">
                <a:ea typeface="ＭＳ Ｐゴシック" panose="020B0600070205080204" pitchFamily="34" charset="-128"/>
                <a:hlinkClick r:id="rId2"/>
              </a:rPr>
              <a:t>sergio.dantonio@upm.es</a:t>
            </a:r>
            <a:r>
              <a:rPr lang="es-ES" altLang="es-ES" dirty="0">
                <a:ea typeface="ＭＳ Ｐゴシック" panose="020B0600070205080204" pitchFamily="34" charset="-128"/>
              </a:rPr>
              <a:t>)</a:t>
            </a:r>
          </a:p>
          <a:p>
            <a:pPr>
              <a:defRPr/>
            </a:pPr>
            <a:endParaRPr lang="es-ES" altLang="es-ES" dirty="0">
              <a:ea typeface="ＭＳ Ｐゴシック" panose="020B0600070205080204" pitchFamily="34" charset="-128"/>
            </a:endParaRPr>
          </a:p>
          <a:p>
            <a:endParaRPr lang="es-ES" dirty="0"/>
          </a:p>
        </p:txBody>
      </p:sp>
    </p:spTree>
    <p:extLst>
      <p:ext uri="{BB962C8B-B14F-4D97-AF65-F5344CB8AC3E}">
        <p14:creationId xmlns:p14="http://schemas.microsoft.com/office/powerpoint/2010/main" val="2574968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1E9A1-4351-4BAC-BC89-927C0E8F6806}"/>
              </a:ext>
            </a:extLst>
          </p:cNvPr>
          <p:cNvSpPr>
            <a:spLocks noGrp="1"/>
          </p:cNvSpPr>
          <p:nvPr>
            <p:ph type="title"/>
          </p:nvPr>
        </p:nvSpPr>
        <p:spPr/>
        <p:txBody>
          <a:bodyPr/>
          <a:lstStyle/>
          <a:p>
            <a:r>
              <a:rPr lang="es-ES" dirty="0"/>
              <a:t>La realidad (I)</a:t>
            </a:r>
          </a:p>
        </p:txBody>
      </p:sp>
      <p:sp>
        <p:nvSpPr>
          <p:cNvPr id="4" name="Marcador de pie de página 3">
            <a:extLst>
              <a:ext uri="{FF2B5EF4-FFF2-40B4-BE49-F238E27FC236}">
                <a16:creationId xmlns:a16="http://schemas.microsoft.com/office/drawing/2014/main" id="{8EDF1DE0-D901-431E-9917-7B0872F1EB25}"/>
              </a:ext>
            </a:extLst>
          </p:cNvPr>
          <p:cNvSpPr>
            <a:spLocks noGrp="1"/>
          </p:cNvSpPr>
          <p:nvPr>
            <p:ph type="ftr" sz="quarter" idx="11"/>
          </p:nvPr>
        </p:nvSpPr>
        <p:spPr/>
        <p:txBody>
          <a:bodyPr/>
          <a:lstStyle/>
          <a:p>
            <a:r>
              <a:rPr lang="es-ES" dirty="0"/>
              <a:t>Aspectos Éticos y Sociales</a:t>
            </a:r>
          </a:p>
        </p:txBody>
      </p:sp>
      <p:sp>
        <p:nvSpPr>
          <p:cNvPr id="5" name="Marcador de número de diapositiva 4">
            <a:extLst>
              <a:ext uri="{FF2B5EF4-FFF2-40B4-BE49-F238E27FC236}">
                <a16:creationId xmlns:a16="http://schemas.microsoft.com/office/drawing/2014/main" id="{CBEF0159-8AA1-4FD3-8336-191D3F0B87B2}"/>
              </a:ext>
            </a:extLst>
          </p:cNvPr>
          <p:cNvSpPr>
            <a:spLocks noGrp="1"/>
          </p:cNvSpPr>
          <p:nvPr>
            <p:ph type="sldNum" sz="quarter" idx="12"/>
          </p:nvPr>
        </p:nvSpPr>
        <p:spPr/>
        <p:txBody>
          <a:bodyPr/>
          <a:lstStyle/>
          <a:p>
            <a:fld id="{DD78B9B0-B568-4B7D-A141-3C843B6BAC7A}" type="slidenum">
              <a:rPr lang="es-ES" smtClean="0"/>
              <a:pPr/>
              <a:t>2</a:t>
            </a:fld>
            <a:endParaRPr lang="es-ES" dirty="0"/>
          </a:p>
        </p:txBody>
      </p:sp>
      <p:pic>
        <p:nvPicPr>
          <p:cNvPr id="7" name="Imagen 6">
            <a:extLst>
              <a:ext uri="{FF2B5EF4-FFF2-40B4-BE49-F238E27FC236}">
                <a16:creationId xmlns:a16="http://schemas.microsoft.com/office/drawing/2014/main" id="{44514023-13AF-41B5-B345-2DBBB818BB6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15609" y="634001"/>
            <a:ext cx="2934013" cy="1742243"/>
          </a:xfrm>
          <a:prstGeom prst="rect">
            <a:avLst/>
          </a:prstGeom>
        </p:spPr>
      </p:pic>
      <p:pic>
        <p:nvPicPr>
          <p:cNvPr id="11" name="Imagen 10">
            <a:extLst>
              <a:ext uri="{FF2B5EF4-FFF2-40B4-BE49-F238E27FC236}">
                <a16:creationId xmlns:a16="http://schemas.microsoft.com/office/drawing/2014/main" id="{2B94D54B-24FA-4677-A89E-576B68643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8265" y="632788"/>
            <a:ext cx="3105742" cy="1746218"/>
          </a:xfrm>
          <a:prstGeom prst="rect">
            <a:avLst/>
          </a:prstGeom>
        </p:spPr>
      </p:pic>
      <p:pic>
        <p:nvPicPr>
          <p:cNvPr id="12" name="Imagen 11">
            <a:extLst>
              <a:ext uri="{FF2B5EF4-FFF2-40B4-BE49-F238E27FC236}">
                <a16:creationId xmlns:a16="http://schemas.microsoft.com/office/drawing/2014/main" id="{D54CE7FB-15AF-4AE4-96DF-4F84F47A6C51}"/>
              </a:ext>
            </a:extLst>
          </p:cNvPr>
          <p:cNvPicPr>
            <a:picLocks noChangeAspect="1"/>
          </p:cNvPicPr>
          <p:nvPr/>
        </p:nvPicPr>
        <p:blipFill>
          <a:blip r:embed="rId4"/>
          <a:stretch>
            <a:fillRect/>
          </a:stretch>
        </p:blipFill>
        <p:spPr>
          <a:xfrm>
            <a:off x="6424177" y="635143"/>
            <a:ext cx="5039811" cy="5940223"/>
          </a:xfrm>
          <a:prstGeom prst="rect">
            <a:avLst/>
          </a:prstGeom>
        </p:spPr>
      </p:pic>
      <p:pic>
        <p:nvPicPr>
          <p:cNvPr id="3" name="Imagen 5">
            <a:extLst>
              <a:ext uri="{FF2B5EF4-FFF2-40B4-BE49-F238E27FC236}">
                <a16:creationId xmlns:a16="http://schemas.microsoft.com/office/drawing/2014/main" id="{24FAED14-A4B3-14B5-4A99-0626D6777DE4}"/>
              </a:ext>
            </a:extLst>
          </p:cNvPr>
          <p:cNvPicPr>
            <a:picLocks noChangeAspect="1"/>
          </p:cNvPicPr>
          <p:nvPr/>
        </p:nvPicPr>
        <p:blipFill>
          <a:blip r:embed="rId5"/>
          <a:stretch>
            <a:fillRect/>
          </a:stretch>
        </p:blipFill>
        <p:spPr>
          <a:xfrm>
            <a:off x="505968" y="2876931"/>
            <a:ext cx="5084064" cy="2859786"/>
          </a:xfrm>
          <a:prstGeom prst="rect">
            <a:avLst/>
          </a:prstGeom>
        </p:spPr>
      </p:pic>
    </p:spTree>
    <p:extLst>
      <p:ext uri="{BB962C8B-B14F-4D97-AF65-F5344CB8AC3E}">
        <p14:creationId xmlns:p14="http://schemas.microsoft.com/office/powerpoint/2010/main" val="1495802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1E9A1-4351-4BAC-BC89-927C0E8F6806}"/>
              </a:ext>
            </a:extLst>
          </p:cNvPr>
          <p:cNvSpPr>
            <a:spLocks noGrp="1"/>
          </p:cNvSpPr>
          <p:nvPr>
            <p:ph type="title"/>
          </p:nvPr>
        </p:nvSpPr>
        <p:spPr/>
        <p:txBody>
          <a:bodyPr/>
          <a:lstStyle/>
          <a:p>
            <a:r>
              <a:rPr lang="es-ES" dirty="0"/>
              <a:t>La realidad (II)</a:t>
            </a:r>
          </a:p>
        </p:txBody>
      </p:sp>
      <p:sp>
        <p:nvSpPr>
          <p:cNvPr id="4" name="Marcador de pie de página 3">
            <a:extLst>
              <a:ext uri="{FF2B5EF4-FFF2-40B4-BE49-F238E27FC236}">
                <a16:creationId xmlns:a16="http://schemas.microsoft.com/office/drawing/2014/main" id="{8EDF1DE0-D901-431E-9917-7B0872F1EB25}"/>
              </a:ext>
            </a:extLst>
          </p:cNvPr>
          <p:cNvSpPr>
            <a:spLocks noGrp="1"/>
          </p:cNvSpPr>
          <p:nvPr>
            <p:ph type="ftr" sz="quarter" idx="11"/>
          </p:nvPr>
        </p:nvSpPr>
        <p:spPr/>
        <p:txBody>
          <a:bodyPr/>
          <a:lstStyle/>
          <a:p>
            <a:r>
              <a:rPr lang="es-ES" dirty="0"/>
              <a:t>Aspectos Éticos y Sociales</a:t>
            </a:r>
          </a:p>
        </p:txBody>
      </p:sp>
      <p:sp>
        <p:nvSpPr>
          <p:cNvPr id="5" name="Marcador de número de diapositiva 4">
            <a:extLst>
              <a:ext uri="{FF2B5EF4-FFF2-40B4-BE49-F238E27FC236}">
                <a16:creationId xmlns:a16="http://schemas.microsoft.com/office/drawing/2014/main" id="{CBEF0159-8AA1-4FD3-8336-191D3F0B87B2}"/>
              </a:ext>
            </a:extLst>
          </p:cNvPr>
          <p:cNvSpPr>
            <a:spLocks noGrp="1"/>
          </p:cNvSpPr>
          <p:nvPr>
            <p:ph type="sldNum" sz="quarter" idx="12"/>
          </p:nvPr>
        </p:nvSpPr>
        <p:spPr/>
        <p:txBody>
          <a:bodyPr/>
          <a:lstStyle/>
          <a:p>
            <a:fld id="{DD78B9B0-B568-4B7D-A141-3C843B6BAC7A}" type="slidenum">
              <a:rPr lang="es-ES" smtClean="0"/>
              <a:pPr/>
              <a:t>3</a:t>
            </a:fld>
            <a:endParaRPr lang="es-ES" dirty="0"/>
          </a:p>
        </p:txBody>
      </p:sp>
      <p:pic>
        <p:nvPicPr>
          <p:cNvPr id="8" name="Imagen 7">
            <a:extLst>
              <a:ext uri="{FF2B5EF4-FFF2-40B4-BE49-F238E27FC236}">
                <a16:creationId xmlns:a16="http://schemas.microsoft.com/office/drawing/2014/main" id="{B7C29C79-CF91-4D8F-8C1D-D18A1F1147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9533" y="755110"/>
            <a:ext cx="2332285" cy="2332285"/>
          </a:xfrm>
          <a:prstGeom prst="rect">
            <a:avLst/>
          </a:prstGeom>
        </p:spPr>
      </p:pic>
      <p:pic>
        <p:nvPicPr>
          <p:cNvPr id="9" name="Imagen 8">
            <a:extLst>
              <a:ext uri="{FF2B5EF4-FFF2-40B4-BE49-F238E27FC236}">
                <a16:creationId xmlns:a16="http://schemas.microsoft.com/office/drawing/2014/main" id="{F2528364-3733-406C-B53C-18D34F239B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8219" y="756249"/>
            <a:ext cx="4048963" cy="2353722"/>
          </a:xfrm>
          <a:prstGeom prst="rect">
            <a:avLst/>
          </a:prstGeom>
        </p:spPr>
      </p:pic>
      <p:pic>
        <p:nvPicPr>
          <p:cNvPr id="10" name="Imagen 9">
            <a:extLst>
              <a:ext uri="{FF2B5EF4-FFF2-40B4-BE49-F238E27FC236}">
                <a16:creationId xmlns:a16="http://schemas.microsoft.com/office/drawing/2014/main" id="{651BCDD9-4CDC-439E-BAE1-F7D3139FD0F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219" y="3179064"/>
            <a:ext cx="4048963" cy="2272644"/>
          </a:xfrm>
          <a:prstGeom prst="rect">
            <a:avLst/>
          </a:prstGeom>
        </p:spPr>
      </p:pic>
      <p:pic>
        <p:nvPicPr>
          <p:cNvPr id="13" name="Imagen 12">
            <a:extLst>
              <a:ext uri="{FF2B5EF4-FFF2-40B4-BE49-F238E27FC236}">
                <a16:creationId xmlns:a16="http://schemas.microsoft.com/office/drawing/2014/main" id="{7D0C286C-8C75-47BE-B79F-72213CE043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29938" y="753302"/>
            <a:ext cx="4268582" cy="2401077"/>
          </a:xfrm>
          <a:prstGeom prst="rect">
            <a:avLst/>
          </a:prstGeom>
        </p:spPr>
      </p:pic>
      <p:pic>
        <p:nvPicPr>
          <p:cNvPr id="14" name="Imagen 13">
            <a:extLst>
              <a:ext uri="{FF2B5EF4-FFF2-40B4-BE49-F238E27FC236}">
                <a16:creationId xmlns:a16="http://schemas.microsoft.com/office/drawing/2014/main" id="{4CCA5565-6F4C-4EB2-97E1-E7DEFA5DFF87}"/>
              </a:ext>
            </a:extLst>
          </p:cNvPr>
          <p:cNvPicPr>
            <a:picLocks noChangeAspect="1"/>
          </p:cNvPicPr>
          <p:nvPr/>
        </p:nvPicPr>
        <p:blipFill>
          <a:blip r:embed="rId7"/>
          <a:stretch>
            <a:fillRect/>
          </a:stretch>
        </p:blipFill>
        <p:spPr>
          <a:xfrm>
            <a:off x="9214263" y="3179173"/>
            <a:ext cx="2890544" cy="2927333"/>
          </a:xfrm>
          <a:prstGeom prst="rect">
            <a:avLst/>
          </a:prstGeom>
        </p:spPr>
      </p:pic>
      <p:pic>
        <p:nvPicPr>
          <p:cNvPr id="3" name="Imagen 5">
            <a:extLst>
              <a:ext uri="{FF2B5EF4-FFF2-40B4-BE49-F238E27FC236}">
                <a16:creationId xmlns:a16="http://schemas.microsoft.com/office/drawing/2014/main" id="{14B38382-595C-292A-95F8-68EBADAC60C0}"/>
              </a:ext>
            </a:extLst>
          </p:cNvPr>
          <p:cNvPicPr>
            <a:picLocks noChangeAspect="1"/>
          </p:cNvPicPr>
          <p:nvPr/>
        </p:nvPicPr>
        <p:blipFill>
          <a:blip r:embed="rId8"/>
          <a:stretch>
            <a:fillRect/>
          </a:stretch>
        </p:blipFill>
        <p:spPr>
          <a:xfrm>
            <a:off x="4268647" y="3192340"/>
            <a:ext cx="4331776" cy="2894309"/>
          </a:xfrm>
          <a:prstGeom prst="rect">
            <a:avLst/>
          </a:prstGeom>
        </p:spPr>
      </p:pic>
    </p:spTree>
    <p:extLst>
      <p:ext uri="{BB962C8B-B14F-4D97-AF65-F5344CB8AC3E}">
        <p14:creationId xmlns:p14="http://schemas.microsoft.com/office/powerpoint/2010/main" val="93155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BF27AB-E57A-42FB-A5DA-A5B5E93928C4}"/>
              </a:ext>
            </a:extLst>
          </p:cNvPr>
          <p:cNvSpPr>
            <a:spLocks noGrp="1"/>
          </p:cNvSpPr>
          <p:nvPr>
            <p:ph type="title"/>
          </p:nvPr>
        </p:nvSpPr>
        <p:spPr/>
        <p:txBody>
          <a:bodyPr/>
          <a:lstStyle/>
          <a:p>
            <a:r>
              <a:rPr lang="es-ES" dirty="0"/>
              <a:t>La realidad (III)</a:t>
            </a:r>
          </a:p>
        </p:txBody>
      </p:sp>
      <p:sp>
        <p:nvSpPr>
          <p:cNvPr id="3" name="Marcador de contenido 2">
            <a:extLst>
              <a:ext uri="{FF2B5EF4-FFF2-40B4-BE49-F238E27FC236}">
                <a16:creationId xmlns:a16="http://schemas.microsoft.com/office/drawing/2014/main" id="{59C44A00-D4F3-49E3-8B00-C3C0EB06074C}"/>
              </a:ext>
            </a:extLst>
          </p:cNvPr>
          <p:cNvSpPr>
            <a:spLocks noGrp="1"/>
          </p:cNvSpPr>
          <p:nvPr>
            <p:ph idx="1"/>
          </p:nvPr>
        </p:nvSpPr>
        <p:spPr/>
        <p:txBody>
          <a:bodyPr vert="horz" lIns="91440" tIns="45720" rIns="91440" bIns="45720" rtlCol="0" anchor="t">
            <a:normAutofit/>
          </a:bodyPr>
          <a:lstStyle/>
          <a:p>
            <a:pPr marL="0" indent="0">
              <a:buNone/>
            </a:pPr>
            <a:r>
              <a:rPr lang="es-ES" dirty="0"/>
              <a:t>Noticias permanentes de tecnología. Infoxicación</a:t>
            </a:r>
            <a:endParaRPr lang="es-ES"/>
          </a:p>
          <a:p>
            <a:r>
              <a:rPr lang="es-ES" dirty="0"/>
              <a:t>Algunas preguntas:</a:t>
            </a:r>
            <a:endParaRPr lang="es-ES" dirty="0">
              <a:cs typeface="Calibri" panose="020F0502020204030204"/>
            </a:endParaRPr>
          </a:p>
          <a:p>
            <a:pPr marL="742950" lvl="1" indent="-285750">
              <a:buFontTx/>
              <a:buChar char="-"/>
              <a:defRPr/>
            </a:pPr>
            <a:r>
              <a:rPr lang="es-ES" altLang="es-ES" dirty="0"/>
              <a:t>¿Por qué ha pasado algo así? </a:t>
            </a:r>
            <a:br>
              <a:rPr lang="es-ES" altLang="es-ES" dirty="0"/>
            </a:br>
            <a:endParaRPr lang="es-ES" altLang="es-ES" dirty="0"/>
          </a:p>
          <a:p>
            <a:pPr marL="742950" lvl="1" indent="-285750">
              <a:buFontTx/>
              <a:buChar char="-"/>
              <a:defRPr/>
            </a:pPr>
            <a:r>
              <a:rPr lang="es-ES" altLang="es-ES" dirty="0"/>
              <a:t>¿Quién tiene la responsabilidad por lo sucedido?</a:t>
            </a:r>
            <a:br>
              <a:rPr lang="es-ES" altLang="es-ES" dirty="0"/>
            </a:br>
            <a:endParaRPr lang="es-ES" altLang="es-ES" dirty="0"/>
          </a:p>
          <a:p>
            <a:pPr marL="742950" lvl="1" indent="-285750">
              <a:buFontTx/>
              <a:buChar char="-"/>
              <a:defRPr/>
            </a:pPr>
            <a:r>
              <a:rPr lang="es-ES" altLang="es-ES" dirty="0"/>
              <a:t>¿Hay algo que hacer para que estas cosas no sucedan?</a:t>
            </a:r>
          </a:p>
          <a:p>
            <a:pPr marL="457200" lvl="1" indent="0">
              <a:buNone/>
              <a:defRPr/>
            </a:pPr>
            <a:endParaRPr lang="es-ES" altLang="es-ES" dirty="0"/>
          </a:p>
          <a:p>
            <a:pPr marL="742950" lvl="1" indent="-285750">
              <a:buFontTx/>
              <a:buChar char="-"/>
              <a:defRPr/>
            </a:pPr>
            <a:r>
              <a:rPr lang="es-ES" altLang="es-ES" dirty="0"/>
              <a:t>¿Es inevitable?</a:t>
            </a:r>
          </a:p>
          <a:p>
            <a:endParaRPr lang="es-ES" dirty="0"/>
          </a:p>
        </p:txBody>
      </p:sp>
      <p:sp>
        <p:nvSpPr>
          <p:cNvPr id="4" name="Marcador de pie de página 3">
            <a:extLst>
              <a:ext uri="{FF2B5EF4-FFF2-40B4-BE49-F238E27FC236}">
                <a16:creationId xmlns:a16="http://schemas.microsoft.com/office/drawing/2014/main" id="{37FF5A12-461B-4BDE-8616-564C426249D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7D902A5-9020-4D67-8359-4C83388ACE20}"/>
              </a:ext>
            </a:extLst>
          </p:cNvPr>
          <p:cNvSpPr>
            <a:spLocks noGrp="1"/>
          </p:cNvSpPr>
          <p:nvPr>
            <p:ph type="sldNum" sz="quarter" idx="12"/>
          </p:nvPr>
        </p:nvSpPr>
        <p:spPr/>
        <p:txBody>
          <a:bodyPr/>
          <a:lstStyle/>
          <a:p>
            <a:fld id="{DD78B9B0-B568-4B7D-A141-3C843B6BAC7A}" type="slidenum">
              <a:rPr lang="es-ES" smtClean="0"/>
              <a:pPr/>
              <a:t>4</a:t>
            </a:fld>
            <a:endParaRPr lang="es-ES" dirty="0"/>
          </a:p>
        </p:txBody>
      </p:sp>
    </p:spTree>
    <p:extLst>
      <p:ext uri="{BB962C8B-B14F-4D97-AF65-F5344CB8AC3E}">
        <p14:creationId xmlns:p14="http://schemas.microsoft.com/office/powerpoint/2010/main" val="3025993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10DC25-9219-487D-84D3-03EC0DF14454}"/>
              </a:ext>
            </a:extLst>
          </p:cNvPr>
          <p:cNvSpPr>
            <a:spLocks noGrp="1"/>
          </p:cNvSpPr>
          <p:nvPr>
            <p:ph type="title"/>
          </p:nvPr>
        </p:nvSpPr>
        <p:spPr/>
        <p:txBody>
          <a:bodyPr/>
          <a:lstStyle/>
          <a:p>
            <a:r>
              <a:rPr lang="es-ES" dirty="0"/>
              <a:t>Programa del Tema 1</a:t>
            </a:r>
          </a:p>
        </p:txBody>
      </p:sp>
      <p:sp>
        <p:nvSpPr>
          <p:cNvPr id="3" name="Marcador de contenido 2">
            <a:extLst>
              <a:ext uri="{FF2B5EF4-FFF2-40B4-BE49-F238E27FC236}">
                <a16:creationId xmlns:a16="http://schemas.microsoft.com/office/drawing/2014/main" id="{885B2F3B-EEE6-4108-96F5-B084BDE6EC9E}"/>
              </a:ext>
            </a:extLst>
          </p:cNvPr>
          <p:cNvSpPr>
            <a:spLocks noGrp="1"/>
          </p:cNvSpPr>
          <p:nvPr>
            <p:ph idx="1"/>
          </p:nvPr>
        </p:nvSpPr>
        <p:spPr/>
        <p:txBody>
          <a:bodyPr/>
          <a:lstStyle/>
          <a:p>
            <a:pPr marL="0" indent="0">
              <a:buNone/>
              <a:defRPr/>
            </a:pPr>
            <a:r>
              <a:rPr lang="es-ES" altLang="es-ES" sz="2400" dirty="0">
                <a:latin typeface="Calibri" panose="020F0502020204030204" pitchFamily="34" charset="0"/>
                <a:ea typeface="ＭＳ Ｐゴシック" panose="020B0600070205080204" pitchFamily="34" charset="-128"/>
                <a:cs typeface="Calibri" panose="020F0502020204030204" pitchFamily="34" charset="0"/>
              </a:rPr>
              <a:t>1.1. Tecnología y Sociedad:</a:t>
            </a:r>
          </a:p>
          <a:p>
            <a:pPr marL="457200" lvl="1" indent="0">
              <a:lnSpc>
                <a:spcPct val="200000"/>
              </a:lnSpc>
              <a:buNone/>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1.1.1 Relación entre tecnología y sociedad</a:t>
            </a:r>
          </a:p>
          <a:p>
            <a:pPr marL="457200" lvl="1" indent="0">
              <a:lnSpc>
                <a:spcPct val="200000"/>
              </a:lnSpc>
              <a:buNone/>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1.1.2 Cuarta Revolución industrial: transición digital y empleo</a:t>
            </a:r>
          </a:p>
          <a:p>
            <a:pPr marL="0" indent="0">
              <a:lnSpc>
                <a:spcPct val="200000"/>
              </a:lnSpc>
              <a:buNone/>
              <a:defRPr/>
            </a:pPr>
            <a:r>
              <a:rPr lang="es-ES" altLang="es-ES" sz="2400" dirty="0">
                <a:latin typeface="Calibri" panose="020F0502020204030204" pitchFamily="34" charset="0"/>
                <a:ea typeface="ＭＳ Ｐゴシック" panose="020B0600070205080204" pitchFamily="34" charset="-128"/>
                <a:cs typeface="Calibri" panose="020F0502020204030204" pitchFamily="34" charset="0"/>
              </a:rPr>
              <a:t>1.2 Sostenibilidad: impactos sociales y ambientales de las TIC</a:t>
            </a:r>
          </a:p>
          <a:p>
            <a:pPr marL="0" indent="0">
              <a:lnSpc>
                <a:spcPct val="200000"/>
              </a:lnSpc>
              <a:buNone/>
              <a:defRPr/>
            </a:pPr>
            <a:r>
              <a:rPr lang="es-ES" altLang="es-ES" sz="2400" dirty="0">
                <a:latin typeface="Calibri" panose="020F0502020204030204" pitchFamily="34" charset="0"/>
                <a:ea typeface="ＭＳ Ｐゴシック" panose="020B0600070205080204" pitchFamily="34" charset="-128"/>
                <a:cs typeface="Calibri" panose="020F0502020204030204" pitchFamily="34" charset="0"/>
              </a:rPr>
              <a:t>1.3 Agenda 2030 y Objetivos de Desarrollo Sostenible (ODS)</a:t>
            </a:r>
          </a:p>
          <a:p>
            <a:pPr marL="0" indent="0">
              <a:buNone/>
            </a:pPr>
            <a:endParaRPr lang="es-ES" dirty="0"/>
          </a:p>
        </p:txBody>
      </p:sp>
      <p:sp>
        <p:nvSpPr>
          <p:cNvPr id="4" name="Marcador de pie de página 3">
            <a:extLst>
              <a:ext uri="{FF2B5EF4-FFF2-40B4-BE49-F238E27FC236}">
                <a16:creationId xmlns:a16="http://schemas.microsoft.com/office/drawing/2014/main" id="{6A0D15DF-3B7E-4265-B5F4-152BB850F74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AA2927EA-A535-4991-9711-0E06B9EC4A95}"/>
              </a:ext>
            </a:extLst>
          </p:cNvPr>
          <p:cNvSpPr>
            <a:spLocks noGrp="1"/>
          </p:cNvSpPr>
          <p:nvPr>
            <p:ph type="sldNum" sz="quarter" idx="12"/>
          </p:nvPr>
        </p:nvSpPr>
        <p:spPr/>
        <p:txBody>
          <a:bodyPr/>
          <a:lstStyle/>
          <a:p>
            <a:fld id="{DD78B9B0-B568-4B7D-A141-3C843B6BAC7A}" type="slidenum">
              <a:rPr lang="es-ES" smtClean="0"/>
              <a:pPr/>
              <a:t>5</a:t>
            </a:fld>
            <a:endParaRPr lang="es-ES" dirty="0"/>
          </a:p>
        </p:txBody>
      </p:sp>
    </p:spTree>
    <p:extLst>
      <p:ext uri="{BB962C8B-B14F-4D97-AF65-F5344CB8AC3E}">
        <p14:creationId xmlns:p14="http://schemas.microsoft.com/office/powerpoint/2010/main" val="1573613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lstStyle/>
          <a:p>
            <a:r>
              <a:rPr lang="es-ES" dirty="0"/>
              <a:t>1.Tecnología y Sociedad</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r>
              <a:rPr lang="es-ES" dirty="0"/>
              <a:t>1.1. Reflexiones CTS</a:t>
            </a:r>
          </a:p>
          <a:p>
            <a:endParaRPr lang="es-ES" dirty="0"/>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6</a:t>
            </a:fld>
            <a:endParaRPr lang="es-ES" dirty="0"/>
          </a:p>
        </p:txBody>
      </p:sp>
    </p:spTree>
    <p:extLst>
      <p:ext uri="{BB962C8B-B14F-4D97-AF65-F5344CB8AC3E}">
        <p14:creationId xmlns:p14="http://schemas.microsoft.com/office/powerpoint/2010/main" val="1839989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54BB88-65DF-4E3E-9EDE-4E139A70A322}"/>
              </a:ext>
            </a:extLst>
          </p:cNvPr>
          <p:cNvSpPr>
            <a:spLocks noGrp="1"/>
          </p:cNvSpPr>
          <p:nvPr>
            <p:ph type="title"/>
          </p:nvPr>
        </p:nvSpPr>
        <p:spPr/>
        <p:txBody>
          <a:bodyPr/>
          <a:lstStyle/>
          <a:p>
            <a:endParaRPr lang="es-ES" dirty="0"/>
          </a:p>
        </p:txBody>
      </p:sp>
      <p:sp>
        <p:nvSpPr>
          <p:cNvPr id="3" name="Marcador de contenido 2">
            <a:extLst>
              <a:ext uri="{FF2B5EF4-FFF2-40B4-BE49-F238E27FC236}">
                <a16:creationId xmlns:a16="http://schemas.microsoft.com/office/drawing/2014/main" id="{3D70EC12-9FF7-469C-AE5B-90E9E7159A12}"/>
              </a:ext>
            </a:extLst>
          </p:cNvPr>
          <p:cNvSpPr>
            <a:spLocks noGrp="1"/>
          </p:cNvSpPr>
          <p:nvPr>
            <p:ph idx="1"/>
          </p:nvPr>
        </p:nvSpPr>
        <p:spPr/>
        <p:txBody>
          <a:bodyPr anchor="ctr"/>
          <a:lstStyle/>
          <a:p>
            <a:pPr algn="ctr">
              <a:spcBef>
                <a:spcPct val="0"/>
              </a:spcBef>
              <a:buNone/>
            </a:pPr>
            <a:r>
              <a:rPr lang="es-ES" altLang="es-ES" dirty="0">
                <a:latin typeface="Corbel" panose="020B0503020204020204" pitchFamily="34" charset="0"/>
              </a:rPr>
              <a:t>“Gracias a la ciencia y la tecnología cualquier problema tiene una solución, y solo es cuestión de tiempo dar con ella”.</a:t>
            </a:r>
          </a:p>
          <a:p>
            <a:pPr algn="ctr">
              <a:spcBef>
                <a:spcPct val="0"/>
              </a:spcBef>
              <a:buNone/>
            </a:pPr>
            <a:r>
              <a:rPr lang="es-ES" altLang="es-ES" dirty="0">
                <a:latin typeface="Corbel" panose="020B0503020204020204" pitchFamily="34" charset="0"/>
              </a:rPr>
              <a:t> </a:t>
            </a:r>
          </a:p>
          <a:p>
            <a:pPr algn="ctr">
              <a:spcBef>
                <a:spcPct val="0"/>
              </a:spcBef>
              <a:buNone/>
            </a:pPr>
            <a:r>
              <a:rPr lang="es-ES" altLang="es-ES" dirty="0">
                <a:latin typeface="Corbel" panose="020B0503020204020204" pitchFamily="34" charset="0"/>
              </a:rPr>
              <a:t>JGM, alumno de la EUI </a:t>
            </a:r>
          </a:p>
          <a:p>
            <a:pPr algn="ctr">
              <a:spcBef>
                <a:spcPct val="0"/>
              </a:spcBef>
              <a:buNone/>
            </a:pPr>
            <a:r>
              <a:rPr lang="es-ES" altLang="es-ES" dirty="0">
                <a:latin typeface="Corbel" panose="020B0503020204020204" pitchFamily="34" charset="0"/>
              </a:rPr>
              <a:t>en el Trabajo 1 de la asignatura </a:t>
            </a:r>
          </a:p>
          <a:p>
            <a:pPr algn="ctr">
              <a:spcBef>
                <a:spcPct val="0"/>
              </a:spcBef>
              <a:buNone/>
            </a:pPr>
            <a:r>
              <a:rPr lang="es-ES" altLang="es-ES" dirty="0">
                <a:latin typeface="Corbel" panose="020B0503020204020204" pitchFamily="34" charset="0"/>
              </a:rPr>
              <a:t>(curso 13-14, 1º semestre)</a:t>
            </a:r>
          </a:p>
          <a:p>
            <a:pPr marL="0" indent="0">
              <a:buNone/>
            </a:pPr>
            <a:endParaRPr lang="es-ES" dirty="0"/>
          </a:p>
        </p:txBody>
      </p:sp>
      <p:sp>
        <p:nvSpPr>
          <p:cNvPr id="4" name="Marcador de pie de página 3">
            <a:extLst>
              <a:ext uri="{FF2B5EF4-FFF2-40B4-BE49-F238E27FC236}">
                <a16:creationId xmlns:a16="http://schemas.microsoft.com/office/drawing/2014/main" id="{0B747CAE-5052-41B2-A028-E4A57771C25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06FB4E6-9BF0-481C-9C1A-180C187B521F}"/>
              </a:ext>
            </a:extLst>
          </p:cNvPr>
          <p:cNvSpPr>
            <a:spLocks noGrp="1"/>
          </p:cNvSpPr>
          <p:nvPr>
            <p:ph type="sldNum" sz="quarter" idx="12"/>
          </p:nvPr>
        </p:nvSpPr>
        <p:spPr/>
        <p:txBody>
          <a:bodyPr/>
          <a:lstStyle/>
          <a:p>
            <a:fld id="{DD78B9B0-B568-4B7D-A141-3C843B6BAC7A}" type="slidenum">
              <a:rPr lang="es-ES" smtClean="0"/>
              <a:pPr/>
              <a:t>7</a:t>
            </a:fld>
            <a:endParaRPr lang="es-ES" dirty="0"/>
          </a:p>
        </p:txBody>
      </p:sp>
    </p:spTree>
    <p:extLst>
      <p:ext uri="{BB962C8B-B14F-4D97-AF65-F5344CB8AC3E}">
        <p14:creationId xmlns:p14="http://schemas.microsoft.com/office/powerpoint/2010/main" val="4057879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5CFABF-D118-4700-A577-32CB3DB8A601}"/>
              </a:ext>
            </a:extLst>
          </p:cNvPr>
          <p:cNvSpPr>
            <a:spLocks noGrp="1"/>
          </p:cNvSpPr>
          <p:nvPr>
            <p:ph type="title"/>
          </p:nvPr>
        </p:nvSpPr>
        <p:spPr/>
        <p:txBody>
          <a:bodyPr/>
          <a:lstStyle/>
          <a:p>
            <a:r>
              <a:rPr lang="es-ES" dirty="0"/>
              <a:t>Relación de Tecnología y Sociedad</a:t>
            </a:r>
          </a:p>
        </p:txBody>
      </p:sp>
      <p:sp>
        <p:nvSpPr>
          <p:cNvPr id="3" name="Marcador de contenido 2">
            <a:extLst>
              <a:ext uri="{FF2B5EF4-FFF2-40B4-BE49-F238E27FC236}">
                <a16:creationId xmlns:a16="http://schemas.microsoft.com/office/drawing/2014/main" id="{4D4564C6-A282-453D-8195-CD2D9A8A6B5A}"/>
              </a:ext>
            </a:extLst>
          </p:cNvPr>
          <p:cNvSpPr>
            <a:spLocks noGrp="1"/>
          </p:cNvSpPr>
          <p:nvPr>
            <p:ph idx="1"/>
          </p:nvPr>
        </p:nvSpPr>
        <p:spPr>
          <a:xfrm>
            <a:off x="116377" y="681644"/>
            <a:ext cx="11986953" cy="1419005"/>
          </a:xfrm>
        </p:spPr>
        <p:txBody>
          <a:bodyPr/>
          <a:lstStyle/>
          <a:p>
            <a:pPr marL="0" indent="0">
              <a:buNone/>
            </a:pPr>
            <a:r>
              <a:rPr lang="es-ES" altLang="es-ES" sz="2400" dirty="0"/>
              <a:t>Primera mitad del siglo XX</a:t>
            </a:r>
          </a:p>
          <a:p>
            <a:pPr>
              <a:buNone/>
            </a:pPr>
            <a:endParaRPr lang="es-ES" altLang="es-ES" sz="1000" dirty="0"/>
          </a:p>
          <a:p>
            <a:pPr lvl="1" algn="r">
              <a:buNone/>
            </a:pPr>
            <a:r>
              <a:rPr lang="es-ES_tradnl" altLang="es-ES" sz="2000" i="1" dirty="0">
                <a:solidFill>
                  <a:srgbClr val="000000"/>
                </a:solidFill>
              </a:rPr>
              <a:t>“La ciencia descubre, la técnica aplica, el hombre se adapta”. </a:t>
            </a:r>
          </a:p>
          <a:p>
            <a:pPr lvl="1" algn="r">
              <a:buNone/>
            </a:pPr>
            <a:r>
              <a:rPr lang="es-ES_tradnl" altLang="es-ES" sz="2000" dirty="0">
                <a:solidFill>
                  <a:srgbClr val="000000"/>
                </a:solidFill>
              </a:rPr>
              <a:t>Feria de Chicago, 1933</a:t>
            </a:r>
          </a:p>
        </p:txBody>
      </p:sp>
      <p:sp>
        <p:nvSpPr>
          <p:cNvPr id="4" name="Marcador de pie de página 3">
            <a:extLst>
              <a:ext uri="{FF2B5EF4-FFF2-40B4-BE49-F238E27FC236}">
                <a16:creationId xmlns:a16="http://schemas.microsoft.com/office/drawing/2014/main" id="{939B6ADD-A63C-4183-8051-E7A51584446A}"/>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56DCDC9E-70F9-403C-AF25-455ABA4AF40F}"/>
              </a:ext>
            </a:extLst>
          </p:cNvPr>
          <p:cNvSpPr>
            <a:spLocks noGrp="1"/>
          </p:cNvSpPr>
          <p:nvPr>
            <p:ph type="sldNum" sz="quarter" idx="12"/>
          </p:nvPr>
        </p:nvSpPr>
        <p:spPr/>
        <p:txBody>
          <a:bodyPr/>
          <a:lstStyle/>
          <a:p>
            <a:fld id="{DD78B9B0-B568-4B7D-A141-3C843B6BAC7A}" type="slidenum">
              <a:rPr lang="es-ES" smtClean="0"/>
              <a:pPr/>
              <a:t>8</a:t>
            </a:fld>
            <a:endParaRPr lang="es-ES" dirty="0"/>
          </a:p>
        </p:txBody>
      </p:sp>
      <p:pic>
        <p:nvPicPr>
          <p:cNvPr id="6" name="Picture 4" descr="Chicago 03">
            <a:extLst>
              <a:ext uri="{FF2B5EF4-FFF2-40B4-BE49-F238E27FC236}">
                <a16:creationId xmlns:a16="http://schemas.microsoft.com/office/drawing/2014/main" id="{AF3F5962-EBA0-43B7-88AA-6AC9A5A9A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314"/>
          <a:stretch>
            <a:fillRect/>
          </a:stretch>
        </p:blipFill>
        <p:spPr bwMode="auto">
          <a:xfrm>
            <a:off x="1063204" y="2072139"/>
            <a:ext cx="10065591" cy="2981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Diagrama 6">
            <a:extLst>
              <a:ext uri="{FF2B5EF4-FFF2-40B4-BE49-F238E27FC236}">
                <a16:creationId xmlns:a16="http://schemas.microsoft.com/office/drawing/2014/main" id="{F76CD8B9-9B00-401F-8DC7-5FFF4E0F6002}"/>
              </a:ext>
            </a:extLst>
          </p:cNvPr>
          <p:cNvGraphicFramePr/>
          <p:nvPr>
            <p:extLst>
              <p:ext uri="{D42A27DB-BD31-4B8C-83A1-F6EECF244321}">
                <p14:modId xmlns:p14="http://schemas.microsoft.com/office/powerpoint/2010/main" val="1279048290"/>
              </p:ext>
            </p:extLst>
          </p:nvPr>
        </p:nvGraphicFramePr>
        <p:xfrm>
          <a:off x="1063204" y="5257205"/>
          <a:ext cx="8982839" cy="10958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uadroTexto 7">
            <a:extLst>
              <a:ext uri="{FF2B5EF4-FFF2-40B4-BE49-F238E27FC236}">
                <a16:creationId xmlns:a16="http://schemas.microsoft.com/office/drawing/2014/main" id="{E5625C29-886C-43AB-AF4F-CC0ADEEFCCDB}"/>
              </a:ext>
            </a:extLst>
          </p:cNvPr>
          <p:cNvSpPr txBox="1"/>
          <p:nvPr/>
        </p:nvSpPr>
        <p:spPr>
          <a:xfrm>
            <a:off x="10624739" y="5406915"/>
            <a:ext cx="504056" cy="769441"/>
          </a:xfrm>
          <a:prstGeom prst="rect">
            <a:avLst/>
          </a:prstGeom>
          <a:noFill/>
        </p:spPr>
        <p:txBody>
          <a:bodyPr wrap="square" rtlCol="0">
            <a:spAutoFit/>
          </a:bodyPr>
          <a:lstStyle/>
          <a:p>
            <a:r>
              <a:rPr lang="es-ES" sz="4400" b="1" dirty="0">
                <a:latin typeface="Calibri" panose="020F0502020204030204" pitchFamily="34" charset="0"/>
                <a:cs typeface="Calibri" panose="020F0502020204030204" pitchFamily="34" charset="0"/>
              </a:rPr>
              <a:t>?</a:t>
            </a:r>
            <a:endParaRPr lang="es-E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3103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17F4EC-BF19-4D28-B7A0-5C0EF80605CC}"/>
              </a:ext>
            </a:extLst>
          </p:cNvPr>
          <p:cNvSpPr>
            <a:spLocks noGrp="1"/>
          </p:cNvSpPr>
          <p:nvPr>
            <p:ph type="title"/>
          </p:nvPr>
        </p:nvSpPr>
        <p:spPr/>
        <p:txBody>
          <a:bodyPr/>
          <a:lstStyle/>
          <a:p>
            <a:r>
              <a:rPr lang="es-ES" dirty="0"/>
              <a:t>Relación de Tecnología y Sociedad</a:t>
            </a:r>
          </a:p>
        </p:txBody>
      </p:sp>
      <p:sp>
        <p:nvSpPr>
          <p:cNvPr id="3" name="Marcador de contenido 2">
            <a:extLst>
              <a:ext uri="{FF2B5EF4-FFF2-40B4-BE49-F238E27FC236}">
                <a16:creationId xmlns:a16="http://schemas.microsoft.com/office/drawing/2014/main" id="{B266B37F-3A91-498A-938E-337F6CF2C0B1}"/>
              </a:ext>
            </a:extLst>
          </p:cNvPr>
          <p:cNvSpPr>
            <a:spLocks noGrp="1"/>
          </p:cNvSpPr>
          <p:nvPr>
            <p:ph idx="1"/>
          </p:nvPr>
        </p:nvSpPr>
        <p:spPr/>
        <p:txBody>
          <a:bodyPr/>
          <a:lstStyle/>
          <a:p>
            <a:pPr>
              <a:defRPr/>
            </a:pPr>
            <a:r>
              <a:rPr lang="es-ES_tradnl" altLang="es-ES" sz="2400" dirty="0">
                <a:ea typeface="ＭＳ Ｐゴシック" panose="020B0600070205080204" pitchFamily="34" charset="-128"/>
              </a:rPr>
              <a:t>Canónicamente, el método científico es:</a:t>
            </a:r>
          </a:p>
          <a:p>
            <a:pPr lvl="1">
              <a:defRPr/>
            </a:pPr>
            <a:r>
              <a:rPr lang="es-ES_tradnl" altLang="es-ES" dirty="0">
                <a:ea typeface="ＭＳ Ｐゴシック" panose="020B0600070205080204" pitchFamily="34" charset="-128"/>
              </a:rPr>
              <a:t>Un producto de la Razón</a:t>
            </a:r>
          </a:p>
          <a:p>
            <a:pPr lvl="1">
              <a:defRPr/>
            </a:pPr>
            <a:r>
              <a:rPr lang="es-ES_tradnl" altLang="es-ES" dirty="0">
                <a:ea typeface="ＭＳ Ｐゴシック" panose="020B0600070205080204" pitchFamily="34" charset="-128"/>
              </a:rPr>
              <a:t>absolutamente </a:t>
            </a:r>
            <a:r>
              <a:rPr lang="es-ES_tradnl" altLang="es-ES" b="1" u="sng" dirty="0">
                <a:ea typeface="ＭＳ Ｐゴシック" panose="020B0600070205080204" pitchFamily="34" charset="-128"/>
              </a:rPr>
              <a:t>objetivo</a:t>
            </a:r>
            <a:r>
              <a:rPr lang="es-ES_tradnl" altLang="es-ES" dirty="0">
                <a:ea typeface="ＭＳ Ｐゴシック" panose="020B0600070205080204" pitchFamily="34" charset="-128"/>
              </a:rPr>
              <a:t> </a:t>
            </a:r>
          </a:p>
          <a:p>
            <a:pPr lvl="1">
              <a:defRPr/>
            </a:pPr>
            <a:r>
              <a:rPr lang="es-ES_tradnl" altLang="es-ES" dirty="0">
                <a:ea typeface="ＭＳ Ｐゴシック" panose="020B0600070205080204" pitchFamily="34" charset="-128"/>
              </a:rPr>
              <a:t>da lugar a teorías universalmente válidas</a:t>
            </a:r>
          </a:p>
          <a:p>
            <a:pPr marL="620713" lvl="1" indent="0">
              <a:buNone/>
              <a:defRPr/>
            </a:pPr>
            <a:endParaRPr lang="es-ES_tradnl" altLang="es-ES" dirty="0">
              <a:ea typeface="ＭＳ Ｐゴシック" panose="020B0600070205080204" pitchFamily="34" charset="-128"/>
            </a:endParaRPr>
          </a:p>
          <a:p>
            <a:pPr>
              <a:defRPr/>
            </a:pPr>
            <a:r>
              <a:rPr lang="es-ES_tradnl" altLang="es-ES" sz="2400" u="sng" dirty="0" smtClean="0">
                <a:ea typeface="ＭＳ Ｐゴシック" panose="020B0600070205080204" pitchFamily="34" charset="-128"/>
              </a:rPr>
              <a:t>Sólo </a:t>
            </a:r>
            <a:r>
              <a:rPr lang="es-ES_tradnl" altLang="es-ES" sz="2400" u="sng" dirty="0">
                <a:ea typeface="ＭＳ Ｐゴシック" panose="020B0600070205080204" pitchFamily="34" charset="-128"/>
              </a:rPr>
              <a:t>los expertos</a:t>
            </a:r>
            <a:r>
              <a:rPr lang="es-ES_tradnl" altLang="es-ES" sz="2400" dirty="0">
                <a:ea typeface="ＭＳ Ｐゴシック" panose="020B0600070205080204" pitchFamily="34" charset="-128"/>
              </a:rPr>
              <a:t> tienen capacidad para determinar la dirección del avance tecnológico</a:t>
            </a:r>
          </a:p>
          <a:p>
            <a:pPr>
              <a:defRPr/>
            </a:pPr>
            <a:r>
              <a:rPr lang="es-ES_tradnl" altLang="es-ES" sz="2400" dirty="0">
                <a:ea typeface="ＭＳ Ｐゴシック" panose="020B0600070205080204" pitchFamily="34" charset="-128"/>
              </a:rPr>
              <a:t>Por ello, el conocimiento es </a:t>
            </a:r>
            <a:r>
              <a:rPr lang="es-ES_tradnl" altLang="es-ES" sz="2400" u="sng" dirty="0">
                <a:ea typeface="ＭＳ Ｐゴシック" panose="020B0600070205080204" pitchFamily="34" charset="-128"/>
              </a:rPr>
              <a:t>neutral</a:t>
            </a:r>
            <a:r>
              <a:rPr lang="es-ES_tradnl" altLang="es-ES" sz="2400" dirty="0">
                <a:ea typeface="ＭＳ Ｐゴシック" panose="020B0600070205080204" pitchFamily="34" charset="-128"/>
              </a:rPr>
              <a:t>, sin calificación ética</a:t>
            </a:r>
          </a:p>
          <a:p>
            <a:pPr>
              <a:defRPr/>
            </a:pPr>
            <a:r>
              <a:rPr lang="es-ES_tradnl" altLang="es-ES" sz="2400" dirty="0">
                <a:ea typeface="ＭＳ Ｐゴシック" panose="020B0600070205080204" pitchFamily="34" charset="-128"/>
              </a:rPr>
              <a:t>Determinismo tecnológico:</a:t>
            </a:r>
          </a:p>
          <a:p>
            <a:endParaRPr lang="es-ES" dirty="0"/>
          </a:p>
        </p:txBody>
      </p:sp>
      <p:sp>
        <p:nvSpPr>
          <p:cNvPr id="4" name="Marcador de pie de página 3">
            <a:extLst>
              <a:ext uri="{FF2B5EF4-FFF2-40B4-BE49-F238E27FC236}">
                <a16:creationId xmlns:a16="http://schemas.microsoft.com/office/drawing/2014/main" id="{3CDAA6C1-E052-444F-A662-7E519E64056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DA293FA-A968-440E-81F6-A0DE02F71D2C}"/>
              </a:ext>
            </a:extLst>
          </p:cNvPr>
          <p:cNvSpPr>
            <a:spLocks noGrp="1"/>
          </p:cNvSpPr>
          <p:nvPr>
            <p:ph type="sldNum" sz="quarter" idx="12"/>
          </p:nvPr>
        </p:nvSpPr>
        <p:spPr/>
        <p:txBody>
          <a:bodyPr/>
          <a:lstStyle/>
          <a:p>
            <a:fld id="{DD78B9B0-B568-4B7D-A141-3C843B6BAC7A}" type="slidenum">
              <a:rPr lang="es-ES" smtClean="0"/>
              <a:pPr/>
              <a:t>9</a:t>
            </a:fld>
            <a:endParaRPr lang="es-ES" dirty="0"/>
          </a:p>
        </p:txBody>
      </p:sp>
      <p:sp>
        <p:nvSpPr>
          <p:cNvPr id="6" name="Rectángulo: esquinas redondeadas 5">
            <a:extLst>
              <a:ext uri="{FF2B5EF4-FFF2-40B4-BE49-F238E27FC236}">
                <a16:creationId xmlns:a16="http://schemas.microsoft.com/office/drawing/2014/main" id="{98D8D1F0-1B02-4B96-9609-C926802C092F}"/>
              </a:ext>
            </a:extLst>
          </p:cNvPr>
          <p:cNvSpPr/>
          <p:nvPr/>
        </p:nvSpPr>
        <p:spPr>
          <a:xfrm>
            <a:off x="321276" y="4522573"/>
            <a:ext cx="11504140" cy="1754659"/>
          </a:xfrm>
          <a:prstGeom prst="roundRect">
            <a:avLst/>
          </a:prstGeom>
          <a:solidFill>
            <a:schemeClr val="bg1">
              <a:lumMod val="85000"/>
            </a:schemeClr>
          </a:solidFill>
        </p:spPr>
        <p:style>
          <a:lnRef idx="3">
            <a:schemeClr val="lt1"/>
          </a:lnRef>
          <a:fillRef idx="1">
            <a:schemeClr val="accent2"/>
          </a:fillRef>
          <a:effectRef idx="1">
            <a:schemeClr val="accent2"/>
          </a:effectRef>
          <a:fontRef idx="minor">
            <a:schemeClr val="lt1"/>
          </a:fontRef>
        </p:style>
        <p:txBody>
          <a:bodyPr lIns="91440" tIns="45720" rIns="91440" bIns="45720" rtlCol="0" anchor="ctr"/>
          <a:lstStyle/>
          <a:p>
            <a:pPr marL="185420" indent="-185420" algn="ctr">
              <a:defRPr/>
            </a:pPr>
            <a:r>
              <a:rPr lang="es-ES_tradnl" sz="2400" dirty="0">
                <a:solidFill>
                  <a:schemeClr val="tx1"/>
                </a:solidFill>
                <a:effectLst>
                  <a:outerShdw blurRad="38100" dist="38100" dir="2700000" algn="tl">
                    <a:srgbClr val="FFFFFF"/>
                  </a:outerShdw>
                </a:effectLst>
                <a:latin typeface="Corbel"/>
              </a:rPr>
              <a:t>Cualquier desarrollo de la Ciencia es </a:t>
            </a:r>
            <a:r>
              <a:rPr lang="es-ES_tradnl" sz="2400" b="1" dirty="0">
                <a:solidFill>
                  <a:schemeClr val="tx1"/>
                </a:solidFill>
                <a:effectLst>
                  <a:outerShdw blurRad="38100" dist="38100" dir="2700000" algn="tl">
                    <a:srgbClr val="FFFFFF"/>
                  </a:outerShdw>
                </a:effectLst>
                <a:latin typeface="Corbel"/>
              </a:rPr>
              <a:t>bueno</a:t>
            </a:r>
            <a:r>
              <a:rPr lang="es-ES_tradnl" sz="2400" dirty="0">
                <a:solidFill>
                  <a:schemeClr val="tx1"/>
                </a:solidFill>
                <a:effectLst>
                  <a:outerShdw blurRad="38100" dist="38100" dir="2700000" algn="tl">
                    <a:srgbClr val="FFFFFF"/>
                  </a:outerShdw>
                </a:effectLst>
                <a:latin typeface="Corbel"/>
              </a:rPr>
              <a:t> para la </a:t>
            </a:r>
            <a:r>
              <a:rPr lang="es-ES_tradnl" sz="2400" b="1" dirty="0">
                <a:solidFill>
                  <a:schemeClr val="tx1"/>
                </a:solidFill>
                <a:effectLst>
                  <a:outerShdw blurRad="38100" dist="38100" dir="2700000" algn="tl">
                    <a:srgbClr val="FFFFFF"/>
                  </a:outerShdw>
                </a:effectLst>
                <a:latin typeface="Corbel"/>
              </a:rPr>
              <a:t>Humanidad</a:t>
            </a:r>
            <a:r>
              <a:rPr lang="es-ES_tradnl" sz="2400" dirty="0">
                <a:solidFill>
                  <a:schemeClr val="tx1"/>
                </a:solidFill>
                <a:effectLst>
                  <a:outerShdw blurRad="38100" dist="38100" dir="2700000" algn="tl">
                    <a:srgbClr val="FFFFFF"/>
                  </a:outerShdw>
                </a:effectLst>
                <a:latin typeface="Corbel"/>
              </a:rPr>
              <a:t> </a:t>
            </a:r>
            <a:endParaRPr lang="es-ES" dirty="0">
              <a:solidFill>
                <a:schemeClr val="tx1"/>
              </a:solidFill>
            </a:endParaRPr>
          </a:p>
          <a:p>
            <a:pPr marL="185738" indent="-185738" algn="ctr">
              <a:defRPr/>
            </a:pPr>
            <a:r>
              <a:rPr lang="es-ES_tradnl" sz="2400" dirty="0">
                <a:solidFill>
                  <a:schemeClr val="tx1"/>
                </a:solidFill>
                <a:effectLst>
                  <a:outerShdw blurRad="38100" dist="38100" dir="2700000" algn="tl">
                    <a:srgbClr val="FFFFFF"/>
                  </a:outerShdw>
                </a:effectLst>
                <a:latin typeface="Corbel" panose="020B0503020204020204" pitchFamily="34" charset="0"/>
              </a:rPr>
              <a:t>Mito del progreso ilimitado </a:t>
            </a:r>
            <a:br>
              <a:rPr lang="es-ES_tradnl" sz="2400" dirty="0">
                <a:solidFill>
                  <a:schemeClr val="tx1"/>
                </a:solidFill>
                <a:effectLst>
                  <a:outerShdw blurRad="38100" dist="38100" dir="2700000" algn="tl">
                    <a:srgbClr val="FFFFFF"/>
                  </a:outerShdw>
                </a:effectLst>
                <a:latin typeface="Corbel" panose="020B0503020204020204" pitchFamily="34" charset="0"/>
              </a:rPr>
            </a:br>
            <a:r>
              <a:rPr lang="es-ES_tradnl" sz="2400" b="1" i="1" dirty="0">
                <a:solidFill>
                  <a:schemeClr val="tx1"/>
                </a:solidFill>
                <a:latin typeface="Corbel" panose="020B0503020204020204" pitchFamily="34" charset="0"/>
              </a:rPr>
              <a:t>Tecno-optimismo</a:t>
            </a:r>
            <a:endParaRPr lang="es-ES" sz="2400" dirty="0">
              <a:solidFill>
                <a:schemeClr val="tx1"/>
              </a:solidFill>
              <a:latin typeface="Corbel" panose="020B0503020204020204" pitchFamily="34" charset="0"/>
            </a:endParaRPr>
          </a:p>
          <a:p>
            <a:pPr algn="ctr"/>
            <a:endParaRPr lang="es-ES" dirty="0"/>
          </a:p>
        </p:txBody>
      </p:sp>
    </p:spTree>
    <p:extLst>
      <p:ext uri="{BB962C8B-B14F-4D97-AF65-F5344CB8AC3E}">
        <p14:creationId xmlns:p14="http://schemas.microsoft.com/office/powerpoint/2010/main" val="312980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D43622-AB22-4335-994E-9D471466A2C8}"/>
              </a:ext>
            </a:extLst>
          </p:cNvPr>
          <p:cNvSpPr>
            <a:spLocks noGrp="1"/>
          </p:cNvSpPr>
          <p:nvPr>
            <p:ph type="title"/>
          </p:nvPr>
        </p:nvSpPr>
        <p:spPr/>
        <p:txBody>
          <a:bodyPr/>
          <a:lstStyle/>
          <a:p>
            <a:r>
              <a:rPr lang="es-ES" altLang="es-ES" kern="0" dirty="0">
                <a:latin typeface="Corbel" panose="020B0503020204020204" pitchFamily="34" charset="0"/>
              </a:rPr>
              <a:t>Tecnología y Sociedad: Hecho cultural</a:t>
            </a:r>
            <a:endParaRPr lang="es-ES" dirty="0"/>
          </a:p>
        </p:txBody>
      </p:sp>
      <p:sp>
        <p:nvSpPr>
          <p:cNvPr id="3" name="Marcador de contenido 2">
            <a:extLst>
              <a:ext uri="{FF2B5EF4-FFF2-40B4-BE49-F238E27FC236}">
                <a16:creationId xmlns:a16="http://schemas.microsoft.com/office/drawing/2014/main" id="{674F5559-1228-4F54-841E-E7B0EEB40F13}"/>
              </a:ext>
            </a:extLst>
          </p:cNvPr>
          <p:cNvSpPr>
            <a:spLocks noGrp="1"/>
          </p:cNvSpPr>
          <p:nvPr>
            <p:ph idx="1"/>
          </p:nvPr>
        </p:nvSpPr>
        <p:spPr>
          <a:xfrm>
            <a:off x="116377" y="681644"/>
            <a:ext cx="7532455" cy="3359015"/>
          </a:xfrm>
        </p:spPr>
        <p:txBody>
          <a:bodyPr/>
          <a:lstStyle/>
          <a:p>
            <a:pPr marL="0" indent="0">
              <a:buNone/>
            </a:pPr>
            <a:r>
              <a:rPr lang="es-ES" altLang="es-ES" sz="2400" b="1" dirty="0"/>
              <a:t>Tecno-optimismo</a:t>
            </a:r>
            <a:r>
              <a:rPr lang="es-ES" altLang="es-ES" sz="2400" dirty="0"/>
              <a:t> (1945-1955): </a:t>
            </a:r>
          </a:p>
          <a:p>
            <a:pPr marL="727075"/>
            <a:r>
              <a:rPr lang="es-ES" altLang="es-ES" sz="2400" dirty="0"/>
              <a:t>Energía nuclear, ordenador electrónico, transistor , ingeniería genética.</a:t>
            </a:r>
          </a:p>
          <a:p>
            <a:pPr marL="727075"/>
            <a:r>
              <a:rPr lang="es-ES" altLang="es-ES" sz="2400" dirty="0"/>
              <a:t>Grandes inversiones</a:t>
            </a:r>
          </a:p>
          <a:p>
            <a:pPr marL="727075"/>
            <a:r>
              <a:rPr lang="es-ES" altLang="es-ES" sz="2400" dirty="0"/>
              <a:t>Ciencia, la gran frontera (Vannevar Bush) </a:t>
            </a:r>
          </a:p>
          <a:p>
            <a:pPr marL="1179513" lvl="2"/>
            <a:r>
              <a:rPr lang="es-ES" altLang="es-ES" dirty="0"/>
              <a:t>Fundamental para  ganar la Guerra pero necesario control social</a:t>
            </a:r>
          </a:p>
          <a:p>
            <a:pPr marL="1179513" lvl="2"/>
            <a:r>
              <a:rPr lang="es-ES" altLang="es-ES" dirty="0"/>
              <a:t>Relación de Ciencia Básica , Ciencia Aplicada, el Completo Militar y el Mercado</a:t>
            </a:r>
          </a:p>
          <a:p>
            <a:pPr marL="0" indent="0">
              <a:buNone/>
            </a:pPr>
            <a:endParaRPr lang="es-ES" dirty="0"/>
          </a:p>
        </p:txBody>
      </p:sp>
      <p:sp>
        <p:nvSpPr>
          <p:cNvPr id="4" name="Marcador de pie de página 3">
            <a:extLst>
              <a:ext uri="{FF2B5EF4-FFF2-40B4-BE49-F238E27FC236}">
                <a16:creationId xmlns:a16="http://schemas.microsoft.com/office/drawing/2014/main" id="{E8A48470-0001-43DD-9A92-CC4969FB0DF2}"/>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22B72EC4-4D97-46CB-870C-35304F67BB31}"/>
              </a:ext>
            </a:extLst>
          </p:cNvPr>
          <p:cNvSpPr>
            <a:spLocks noGrp="1"/>
          </p:cNvSpPr>
          <p:nvPr>
            <p:ph type="sldNum" sz="quarter" idx="12"/>
          </p:nvPr>
        </p:nvSpPr>
        <p:spPr/>
        <p:txBody>
          <a:bodyPr/>
          <a:lstStyle/>
          <a:p>
            <a:fld id="{DD78B9B0-B568-4B7D-A141-3C843B6BAC7A}" type="slidenum">
              <a:rPr lang="es-ES" smtClean="0"/>
              <a:pPr/>
              <a:t>10</a:t>
            </a:fld>
            <a:endParaRPr lang="es-ES" dirty="0"/>
          </a:p>
        </p:txBody>
      </p:sp>
      <p:pic>
        <p:nvPicPr>
          <p:cNvPr id="6" name="Imagen 5">
            <a:extLst>
              <a:ext uri="{FF2B5EF4-FFF2-40B4-BE49-F238E27FC236}">
                <a16:creationId xmlns:a16="http://schemas.microsoft.com/office/drawing/2014/main" id="{D9BB1449-AE97-4233-BC43-4A2178E497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40561" y="770544"/>
            <a:ext cx="2281075" cy="2725883"/>
          </a:xfrm>
          <a:prstGeom prst="rect">
            <a:avLst/>
          </a:prstGeom>
        </p:spPr>
      </p:pic>
      <p:sp>
        <p:nvSpPr>
          <p:cNvPr id="7" name="Marcador de contenido 2">
            <a:extLst>
              <a:ext uri="{FF2B5EF4-FFF2-40B4-BE49-F238E27FC236}">
                <a16:creationId xmlns:a16="http://schemas.microsoft.com/office/drawing/2014/main" id="{71697BAA-BE95-442C-845C-11D95B8B6298}"/>
              </a:ext>
            </a:extLst>
          </p:cNvPr>
          <p:cNvSpPr txBox="1">
            <a:spLocks/>
          </p:cNvSpPr>
          <p:nvPr/>
        </p:nvSpPr>
        <p:spPr>
          <a:xfrm>
            <a:off x="215231" y="4142951"/>
            <a:ext cx="7433601" cy="18762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altLang="es-ES" sz="2400" b="1" dirty="0"/>
              <a:t>Reflexión y alerta </a:t>
            </a:r>
            <a:r>
              <a:rPr lang="es-ES" altLang="es-ES" sz="2400" dirty="0"/>
              <a:t>(1955-1968)</a:t>
            </a:r>
          </a:p>
          <a:p>
            <a:pPr marL="727075"/>
            <a:r>
              <a:rPr lang="es-ES" altLang="es-ES" sz="2400" dirty="0"/>
              <a:t>Russell y Einstein instan a un mayor compromiso político</a:t>
            </a:r>
          </a:p>
          <a:p>
            <a:pPr marL="727075"/>
            <a:r>
              <a:rPr lang="es-ES" altLang="es-ES" sz="2400" dirty="0"/>
              <a:t>Primer accidente nuclear (1957)</a:t>
            </a:r>
            <a:endParaRPr lang="es-ES" sz="2400" dirty="0"/>
          </a:p>
        </p:txBody>
      </p:sp>
      <p:pic>
        <p:nvPicPr>
          <p:cNvPr id="8" name="Picture 5" descr="batomica1">
            <a:hlinkClick r:id="rId4"/>
            <a:extLst>
              <a:ext uri="{FF2B5EF4-FFF2-40B4-BE49-F238E27FC236}">
                <a16:creationId xmlns:a16="http://schemas.microsoft.com/office/drawing/2014/main" id="{1A3AEFFA-FABB-4DE4-86C2-D88D17FB25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29350" y="4056927"/>
            <a:ext cx="2503496" cy="1974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6264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96C547-F686-4348-8E4E-CD8561B15D97}"/>
              </a:ext>
            </a:extLst>
          </p:cNvPr>
          <p:cNvSpPr>
            <a:spLocks noGrp="1"/>
          </p:cNvSpPr>
          <p:nvPr>
            <p:ph type="title"/>
          </p:nvPr>
        </p:nvSpPr>
        <p:spPr/>
        <p:txBody>
          <a:bodyPr/>
          <a:lstStyle/>
          <a:p>
            <a:r>
              <a:rPr lang="es-ES" altLang="es-ES" kern="0" dirty="0">
                <a:latin typeface="Corbel" panose="020B0503020204020204" pitchFamily="34" charset="0"/>
              </a:rPr>
              <a:t>Tecnología y Sociedad: Hecho cultural</a:t>
            </a:r>
            <a:endParaRPr lang="es-ES" dirty="0"/>
          </a:p>
        </p:txBody>
      </p:sp>
      <p:sp>
        <p:nvSpPr>
          <p:cNvPr id="3" name="Marcador de contenido 2">
            <a:extLst>
              <a:ext uri="{FF2B5EF4-FFF2-40B4-BE49-F238E27FC236}">
                <a16:creationId xmlns:a16="http://schemas.microsoft.com/office/drawing/2014/main" id="{35853B99-A031-4A4B-A28D-2CF82BC6F05D}"/>
              </a:ext>
            </a:extLst>
          </p:cNvPr>
          <p:cNvSpPr>
            <a:spLocks noGrp="1"/>
          </p:cNvSpPr>
          <p:nvPr>
            <p:ph idx="1"/>
          </p:nvPr>
        </p:nvSpPr>
        <p:spPr>
          <a:xfrm>
            <a:off x="116377" y="616267"/>
            <a:ext cx="8672914" cy="5893722"/>
          </a:xfrm>
        </p:spPr>
        <p:txBody>
          <a:bodyPr>
            <a:normAutofit/>
          </a:bodyPr>
          <a:lstStyle/>
          <a:p>
            <a:pPr marL="0" indent="0">
              <a:buNone/>
            </a:pPr>
            <a:r>
              <a:rPr lang="es-ES" altLang="es-ES" b="1" dirty="0"/>
              <a:t>Progresiva reacción </a:t>
            </a:r>
            <a:r>
              <a:rPr lang="es-ES" altLang="es-ES" b="1" dirty="0" smtClean="0"/>
              <a:t>( social, académica </a:t>
            </a:r>
            <a:r>
              <a:rPr lang="es-ES" altLang="es-ES" b="1" dirty="0"/>
              <a:t>y administrativa)</a:t>
            </a:r>
          </a:p>
          <a:p>
            <a:pPr marL="727075"/>
            <a:r>
              <a:rPr lang="es-ES" altLang="es-ES" dirty="0" smtClean="0"/>
              <a:t>Greenpeace </a:t>
            </a:r>
            <a:r>
              <a:rPr lang="es-ES" altLang="es-ES" dirty="0"/>
              <a:t>(1969)</a:t>
            </a:r>
          </a:p>
          <a:p>
            <a:pPr marL="727075"/>
            <a:r>
              <a:rPr lang="es-ES" altLang="es-ES" dirty="0"/>
              <a:t>Office of </a:t>
            </a:r>
            <a:r>
              <a:rPr lang="es-ES" altLang="es-ES" dirty="0" err="1"/>
              <a:t>Technology</a:t>
            </a:r>
            <a:r>
              <a:rPr lang="es-ES" altLang="es-ES" dirty="0"/>
              <a:t> </a:t>
            </a:r>
            <a:r>
              <a:rPr lang="es-ES" altLang="es-ES" dirty="0" err="1"/>
              <a:t>Assessment</a:t>
            </a:r>
            <a:r>
              <a:rPr lang="es-ES" altLang="es-ES" dirty="0"/>
              <a:t> (OTA) (1972</a:t>
            </a:r>
            <a:r>
              <a:rPr lang="es-ES" altLang="es-ES" dirty="0" smtClean="0"/>
              <a:t>)+</a:t>
            </a:r>
          </a:p>
          <a:p>
            <a:pPr marL="727075"/>
            <a:r>
              <a:rPr lang="es-ES" altLang="es-ES" dirty="0" err="1"/>
              <a:t>Environmental</a:t>
            </a:r>
            <a:r>
              <a:rPr lang="es-ES" altLang="es-ES" dirty="0"/>
              <a:t> </a:t>
            </a:r>
            <a:r>
              <a:rPr lang="es-ES" altLang="es-ES" dirty="0" err="1"/>
              <a:t>Protection</a:t>
            </a:r>
            <a:r>
              <a:rPr lang="es-ES" altLang="es-ES" dirty="0"/>
              <a:t> Agency (EPA) (1969)</a:t>
            </a:r>
          </a:p>
          <a:p>
            <a:pPr marL="727075"/>
            <a:r>
              <a:rPr lang="es-ES" altLang="es-ES" dirty="0" smtClean="0"/>
              <a:t>“</a:t>
            </a:r>
            <a:r>
              <a:rPr lang="es-ES" altLang="es-ES" dirty="0"/>
              <a:t>Los límites del crecimiento” (Club Roma-MIT, 1972)</a:t>
            </a:r>
          </a:p>
          <a:p>
            <a:pPr marL="727075"/>
            <a:r>
              <a:rPr lang="es-ES" altLang="es-ES" dirty="0"/>
              <a:t>“Lo pequeño es hermoso” (1973) </a:t>
            </a:r>
            <a:r>
              <a:rPr lang="es-ES" altLang="es-ES" sz="3200" dirty="0"/>
              <a:t/>
            </a:r>
            <a:br>
              <a:rPr lang="es-ES" altLang="es-ES" sz="3200" dirty="0"/>
            </a:br>
            <a:endParaRPr lang="es-ES" altLang="es-ES" sz="3200" dirty="0"/>
          </a:p>
          <a:p>
            <a:pPr marL="285750" indent="0" algn="ctr">
              <a:buNone/>
            </a:pPr>
            <a:r>
              <a:rPr lang="es-ES" altLang="es-ES" sz="3200" b="1" dirty="0">
                <a:solidFill>
                  <a:srgbClr val="FF0000"/>
                </a:solidFill>
              </a:rPr>
              <a:t>CONCIENCIACIÓN CRECIENTE</a:t>
            </a:r>
          </a:p>
        </p:txBody>
      </p:sp>
      <p:sp>
        <p:nvSpPr>
          <p:cNvPr id="4" name="Marcador de pie de página 3">
            <a:extLst>
              <a:ext uri="{FF2B5EF4-FFF2-40B4-BE49-F238E27FC236}">
                <a16:creationId xmlns:a16="http://schemas.microsoft.com/office/drawing/2014/main" id="{F48A0CDF-C439-40F1-BEC3-802980F4976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1D0EE8E4-2B01-4064-86E2-73C31C7C77AF}"/>
              </a:ext>
            </a:extLst>
          </p:cNvPr>
          <p:cNvSpPr>
            <a:spLocks noGrp="1"/>
          </p:cNvSpPr>
          <p:nvPr>
            <p:ph type="sldNum" sz="quarter" idx="12"/>
          </p:nvPr>
        </p:nvSpPr>
        <p:spPr/>
        <p:txBody>
          <a:bodyPr/>
          <a:lstStyle/>
          <a:p>
            <a:fld id="{DD78B9B0-B568-4B7D-A141-3C843B6BAC7A}" type="slidenum">
              <a:rPr lang="es-ES" smtClean="0"/>
              <a:pPr/>
              <a:t>11</a:t>
            </a:fld>
            <a:endParaRPr lang="es-ES" dirty="0"/>
          </a:p>
        </p:txBody>
      </p:sp>
      <p:pic>
        <p:nvPicPr>
          <p:cNvPr id="7" name="Picture 4" descr="ZLEA_9s_112">
            <a:extLst>
              <a:ext uri="{FF2B5EF4-FFF2-40B4-BE49-F238E27FC236}">
                <a16:creationId xmlns:a16="http://schemas.microsoft.com/office/drawing/2014/main" id="{4A01DF11-5AC3-44BC-BE8D-FF2079E2C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0455" y="698737"/>
            <a:ext cx="3465168" cy="2598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7">
            <a:extLst>
              <a:ext uri="{FF2B5EF4-FFF2-40B4-BE49-F238E27FC236}">
                <a16:creationId xmlns:a16="http://schemas.microsoft.com/office/drawing/2014/main" id="{085FEC0D-ABDD-45A6-96B7-59C3915439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8373" y="3560387"/>
            <a:ext cx="4667250" cy="2552700"/>
          </a:xfrm>
          <a:prstGeom prst="rect">
            <a:avLst/>
          </a:prstGeom>
        </p:spPr>
      </p:pic>
    </p:spTree>
    <p:extLst>
      <p:ext uri="{BB962C8B-B14F-4D97-AF65-F5344CB8AC3E}">
        <p14:creationId xmlns:p14="http://schemas.microsoft.com/office/powerpoint/2010/main" val="2200351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FA005A-0E27-4DDA-BF46-B19BCA49B4E7}"/>
              </a:ext>
            </a:extLst>
          </p:cNvPr>
          <p:cNvSpPr>
            <a:spLocks noGrp="1"/>
          </p:cNvSpPr>
          <p:nvPr>
            <p:ph type="title"/>
          </p:nvPr>
        </p:nvSpPr>
        <p:spPr/>
        <p:txBody>
          <a:bodyPr>
            <a:normAutofit/>
          </a:bodyPr>
          <a:lstStyle/>
          <a:p>
            <a:r>
              <a:rPr lang="es-ES" dirty="0"/>
              <a:t>Conflictos de valores y modelos</a:t>
            </a:r>
          </a:p>
        </p:txBody>
      </p:sp>
      <p:sp>
        <p:nvSpPr>
          <p:cNvPr id="3" name="Marcador de contenido 2">
            <a:extLst>
              <a:ext uri="{FF2B5EF4-FFF2-40B4-BE49-F238E27FC236}">
                <a16:creationId xmlns:a16="http://schemas.microsoft.com/office/drawing/2014/main" id="{684CC48E-622F-4717-AC62-B5FB8EA2F5D2}"/>
              </a:ext>
            </a:extLst>
          </p:cNvPr>
          <p:cNvSpPr>
            <a:spLocks noGrp="1"/>
          </p:cNvSpPr>
          <p:nvPr>
            <p:ph idx="1"/>
          </p:nvPr>
        </p:nvSpPr>
        <p:spPr/>
        <p:txBody>
          <a:bodyPr vert="horz" lIns="91440" tIns="45720" rIns="91440" bIns="45720" rtlCol="0" anchor="t">
            <a:normAutofit/>
          </a:bodyPr>
          <a:lstStyle/>
          <a:p>
            <a:pPr algn="ctr">
              <a:spcBef>
                <a:spcPct val="0"/>
              </a:spcBef>
              <a:buNone/>
            </a:pPr>
            <a:endParaRPr lang="es-ES" altLang="es-ES" b="1" dirty="0">
              <a:latin typeface="Corbel" panose="020B0503020204020204" pitchFamily="34" charset="0"/>
            </a:endParaRPr>
          </a:p>
          <a:p>
            <a:pPr algn="ctr">
              <a:spcBef>
                <a:spcPct val="0"/>
              </a:spcBef>
              <a:buNone/>
            </a:pPr>
            <a:r>
              <a:rPr lang="es-ES" altLang="es-ES" dirty="0">
                <a:latin typeface="Corbel"/>
              </a:rPr>
              <a:t>Desarrollo económico </a:t>
            </a:r>
            <a:r>
              <a:rPr lang="es-ES" altLang="es-ES" dirty="0">
                <a:solidFill>
                  <a:srgbClr val="FF0000"/>
                </a:solidFill>
                <a:latin typeface="Corbel"/>
              </a:rPr>
              <a:t>vs</a:t>
            </a:r>
            <a:r>
              <a:rPr lang="es-ES" altLang="es-ES" dirty="0">
                <a:latin typeface="Corbel"/>
              </a:rPr>
              <a:t> Desarrollo sostenible</a:t>
            </a:r>
          </a:p>
          <a:p>
            <a:pPr algn="ctr">
              <a:spcBef>
                <a:spcPct val="0"/>
              </a:spcBef>
              <a:buNone/>
            </a:pPr>
            <a:endParaRPr lang="es-ES" altLang="es-ES" dirty="0">
              <a:latin typeface="Corbel" panose="020B0503020204020204" pitchFamily="34" charset="0"/>
            </a:endParaRPr>
          </a:p>
          <a:p>
            <a:pPr algn="ctr">
              <a:spcBef>
                <a:spcPct val="0"/>
              </a:spcBef>
              <a:buNone/>
            </a:pPr>
            <a:r>
              <a:rPr lang="es-ES" altLang="es-ES" dirty="0">
                <a:latin typeface="Corbel"/>
              </a:rPr>
              <a:t>Consumismo  </a:t>
            </a:r>
            <a:r>
              <a:rPr lang="es-ES" altLang="es-ES" dirty="0">
                <a:solidFill>
                  <a:srgbClr val="FF0000"/>
                </a:solidFill>
                <a:latin typeface="Corbel"/>
              </a:rPr>
              <a:t>vs </a:t>
            </a:r>
            <a:r>
              <a:rPr lang="es-ES" altLang="es-ES" dirty="0">
                <a:latin typeface="Corbel"/>
              </a:rPr>
              <a:t>Necesidades humanas</a:t>
            </a:r>
          </a:p>
          <a:p>
            <a:pPr algn="ctr">
              <a:spcBef>
                <a:spcPct val="0"/>
              </a:spcBef>
              <a:buNone/>
            </a:pPr>
            <a:endParaRPr lang="es-ES" altLang="es-ES" dirty="0">
              <a:solidFill>
                <a:srgbClr val="FF0000"/>
              </a:solidFill>
              <a:latin typeface="Corbel" panose="020B0503020204020204" pitchFamily="34" charset="0"/>
            </a:endParaRPr>
          </a:p>
          <a:p>
            <a:pPr algn="ctr">
              <a:spcBef>
                <a:spcPct val="0"/>
              </a:spcBef>
              <a:buNone/>
            </a:pPr>
            <a:r>
              <a:rPr lang="es-ES" altLang="es-ES" dirty="0">
                <a:latin typeface="Corbel"/>
              </a:rPr>
              <a:t>La tecnología “sobre el papel” </a:t>
            </a:r>
            <a:r>
              <a:rPr lang="es-ES" altLang="es-ES" dirty="0">
                <a:solidFill>
                  <a:srgbClr val="FF0000"/>
                </a:solidFill>
                <a:latin typeface="Corbel"/>
              </a:rPr>
              <a:t>vs </a:t>
            </a:r>
            <a:r>
              <a:rPr lang="es-ES" altLang="es-ES" dirty="0">
                <a:latin typeface="Corbel"/>
              </a:rPr>
              <a:t>Lo que las tecnologías son (USOS</a:t>
            </a:r>
            <a:r>
              <a:rPr lang="es-ES" altLang="es-ES" dirty="0" smtClean="0">
                <a:latin typeface="Corbel"/>
              </a:rPr>
              <a:t>)</a:t>
            </a:r>
          </a:p>
          <a:p>
            <a:pPr algn="ctr">
              <a:spcBef>
                <a:spcPct val="0"/>
              </a:spcBef>
              <a:buNone/>
            </a:pPr>
            <a:endParaRPr lang="es-ES" altLang="es-ES" dirty="0">
              <a:latin typeface="Corbel"/>
            </a:endParaRPr>
          </a:p>
          <a:p>
            <a:pPr algn="ctr">
              <a:spcBef>
                <a:spcPct val="0"/>
              </a:spcBef>
              <a:buNone/>
            </a:pPr>
            <a:endParaRPr lang="es-ES" altLang="es-ES" dirty="0" smtClean="0">
              <a:latin typeface="Corbel"/>
            </a:endParaRPr>
          </a:p>
          <a:p>
            <a:pPr algn="ctr">
              <a:spcBef>
                <a:spcPct val="0"/>
              </a:spcBef>
              <a:buNone/>
            </a:pPr>
            <a:endParaRPr lang="es-ES" altLang="es-ES" sz="3200" dirty="0">
              <a:latin typeface="Corbel"/>
              <a:cs typeface="Calibri"/>
            </a:endParaRPr>
          </a:p>
          <a:p>
            <a:pPr algn="ctr">
              <a:spcBef>
                <a:spcPct val="0"/>
              </a:spcBef>
              <a:buNone/>
            </a:pPr>
            <a:r>
              <a:rPr lang="es-ES" altLang="es-ES" sz="3200" u="sng" dirty="0" smtClean="0">
                <a:latin typeface="Corbel"/>
                <a:cs typeface="Calibri"/>
              </a:rPr>
              <a:t>¡Mirad bien la nota abajo: Es clave para comprender este tema!</a:t>
            </a:r>
            <a:endParaRPr lang="es-ES" altLang="es-ES" sz="3200" u="sng" dirty="0">
              <a:latin typeface="Corbel"/>
              <a:cs typeface="Calibri"/>
            </a:endParaRPr>
          </a:p>
          <a:p>
            <a:endParaRPr lang="es-ES" u="sng" dirty="0"/>
          </a:p>
        </p:txBody>
      </p:sp>
      <p:sp>
        <p:nvSpPr>
          <p:cNvPr id="4" name="Marcador de pie de página 3">
            <a:extLst>
              <a:ext uri="{FF2B5EF4-FFF2-40B4-BE49-F238E27FC236}">
                <a16:creationId xmlns:a16="http://schemas.microsoft.com/office/drawing/2014/main" id="{0774C98C-FA3E-4452-BB60-5007D600837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42BC0DF-1FF8-41F0-9756-26B3F3147F32}"/>
              </a:ext>
            </a:extLst>
          </p:cNvPr>
          <p:cNvSpPr>
            <a:spLocks noGrp="1"/>
          </p:cNvSpPr>
          <p:nvPr>
            <p:ph type="sldNum" sz="quarter" idx="12"/>
          </p:nvPr>
        </p:nvSpPr>
        <p:spPr/>
        <p:txBody>
          <a:bodyPr/>
          <a:lstStyle/>
          <a:p>
            <a:fld id="{DD78B9B0-B568-4B7D-A141-3C843B6BAC7A}" type="slidenum">
              <a:rPr lang="es-ES" smtClean="0"/>
              <a:pPr/>
              <a:t>12</a:t>
            </a:fld>
            <a:endParaRPr lang="es-ES" dirty="0"/>
          </a:p>
        </p:txBody>
      </p:sp>
    </p:spTree>
    <p:extLst>
      <p:ext uri="{BB962C8B-B14F-4D97-AF65-F5344CB8AC3E}">
        <p14:creationId xmlns:p14="http://schemas.microsoft.com/office/powerpoint/2010/main" val="3641658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57A73-AF95-4713-A243-B6A536768016}"/>
              </a:ext>
            </a:extLst>
          </p:cNvPr>
          <p:cNvSpPr>
            <a:spLocks noGrp="1"/>
          </p:cNvSpPr>
          <p:nvPr>
            <p:ph type="title"/>
          </p:nvPr>
        </p:nvSpPr>
        <p:spPr/>
        <p:txBody>
          <a:bodyPr/>
          <a:lstStyle/>
          <a:p>
            <a:r>
              <a:rPr lang="es-ES" dirty="0"/>
              <a:t>Comentario del artículo: “¿Tienen política los artefactos?” (1984)</a:t>
            </a:r>
          </a:p>
        </p:txBody>
      </p:sp>
      <p:sp>
        <p:nvSpPr>
          <p:cNvPr id="3" name="Marcador de contenido 2">
            <a:extLst>
              <a:ext uri="{FF2B5EF4-FFF2-40B4-BE49-F238E27FC236}">
                <a16:creationId xmlns:a16="http://schemas.microsoft.com/office/drawing/2014/main" id="{64BD70E6-B617-4E13-835C-A1E8BE94B8C7}"/>
              </a:ext>
            </a:extLst>
          </p:cNvPr>
          <p:cNvSpPr>
            <a:spLocks noGrp="1"/>
          </p:cNvSpPr>
          <p:nvPr>
            <p:ph idx="1"/>
          </p:nvPr>
        </p:nvSpPr>
        <p:spPr>
          <a:xfrm>
            <a:off x="116377" y="681645"/>
            <a:ext cx="11986953" cy="3136594"/>
          </a:xfrm>
        </p:spPr>
        <p:txBody>
          <a:bodyPr/>
          <a:lstStyle/>
          <a:p>
            <a:pPr marL="0" indent="0">
              <a:buNone/>
            </a:pPr>
            <a:r>
              <a:rPr lang="es-ES" sz="2400" dirty="0"/>
              <a:t>Ideas iniciales y “posiblemente controvertidas”:</a:t>
            </a:r>
          </a:p>
          <a:p>
            <a:r>
              <a:rPr lang="es-ES" sz="2000" dirty="0"/>
              <a:t>Nuestras estructuras técnicas/tecnológicas pueden encarnar formas de poder y autoridad específicas (en nuestras sociedades)</a:t>
            </a:r>
          </a:p>
          <a:p>
            <a:r>
              <a:rPr lang="es-ES" sz="2000" dirty="0"/>
              <a:t>Relevante  hacia donde nos lleva la forma de pensar:</a:t>
            </a:r>
          </a:p>
          <a:p>
            <a:pPr lvl="1"/>
            <a:r>
              <a:rPr lang="es-ES" sz="1600" dirty="0"/>
              <a:t> que la tecnología es neutral conduce al </a:t>
            </a:r>
            <a:r>
              <a:rPr lang="es-ES" sz="1600" b="1" dirty="0"/>
              <a:t>determinismo social.</a:t>
            </a:r>
          </a:p>
          <a:p>
            <a:pPr lvl="1"/>
            <a:r>
              <a:rPr lang="es-ES" sz="1600" b="1" dirty="0"/>
              <a:t>determinismo tecnológico ingenuo</a:t>
            </a:r>
            <a:r>
              <a:rPr lang="es-ES" sz="1600" dirty="0"/>
              <a:t>: la idea de que la tecnología se desarrolla únicamente como resultado de su dinámica interna y, entonces, al no hallarse mediatizada por ninguna otra influencia, moldea la sociedad para adecuarla a sus patrones. </a:t>
            </a:r>
          </a:p>
          <a:p>
            <a:pPr lvl="1"/>
            <a:endParaRPr lang="es-ES" sz="1600" dirty="0"/>
          </a:p>
          <a:p>
            <a:pPr marL="620713" lvl="1" indent="0" algn="ctr">
              <a:buNone/>
            </a:pPr>
            <a:r>
              <a:rPr lang="es-ES" sz="2000" b="1" dirty="0"/>
              <a:t>Se persigue una forma de entender el fenómeno fuera de determinismos y que aporte mejor información</a:t>
            </a:r>
          </a:p>
          <a:p>
            <a:pPr marL="0" indent="0">
              <a:buNone/>
            </a:pPr>
            <a:endParaRPr lang="es-ES" dirty="0"/>
          </a:p>
        </p:txBody>
      </p:sp>
      <p:sp>
        <p:nvSpPr>
          <p:cNvPr id="4" name="Marcador de pie de página 3">
            <a:extLst>
              <a:ext uri="{FF2B5EF4-FFF2-40B4-BE49-F238E27FC236}">
                <a16:creationId xmlns:a16="http://schemas.microsoft.com/office/drawing/2014/main" id="{94DB38B6-248B-4AAF-AE08-3A185095D26F}"/>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1109FAA4-0935-41E6-8ACB-5F072790319D}"/>
              </a:ext>
            </a:extLst>
          </p:cNvPr>
          <p:cNvSpPr>
            <a:spLocks noGrp="1"/>
          </p:cNvSpPr>
          <p:nvPr>
            <p:ph type="sldNum" sz="quarter" idx="12"/>
          </p:nvPr>
        </p:nvSpPr>
        <p:spPr/>
        <p:txBody>
          <a:bodyPr/>
          <a:lstStyle/>
          <a:p>
            <a:fld id="{DD78B9B0-B568-4B7D-A141-3C843B6BAC7A}" type="slidenum">
              <a:rPr lang="es-ES" smtClean="0"/>
              <a:pPr/>
              <a:t>13</a:t>
            </a:fld>
            <a:endParaRPr lang="es-ES" dirty="0"/>
          </a:p>
        </p:txBody>
      </p:sp>
      <p:pic>
        <p:nvPicPr>
          <p:cNvPr id="6" name="Imagen 5">
            <a:extLst>
              <a:ext uri="{FF2B5EF4-FFF2-40B4-BE49-F238E27FC236}">
                <a16:creationId xmlns:a16="http://schemas.microsoft.com/office/drawing/2014/main" id="{E4D0F265-76A7-4996-9F45-27B40EA926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0566" y="3920532"/>
            <a:ext cx="6695187" cy="2268924"/>
          </a:xfrm>
          <a:prstGeom prst="rect">
            <a:avLst/>
          </a:prstGeom>
        </p:spPr>
      </p:pic>
    </p:spTree>
    <p:extLst>
      <p:ext uri="{BB962C8B-B14F-4D97-AF65-F5344CB8AC3E}">
        <p14:creationId xmlns:p14="http://schemas.microsoft.com/office/powerpoint/2010/main" val="527068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067CBB-DF1E-4CEC-BF9C-B828DA59013E}"/>
              </a:ext>
            </a:extLst>
          </p:cNvPr>
          <p:cNvSpPr>
            <a:spLocks noGrp="1"/>
          </p:cNvSpPr>
          <p:nvPr>
            <p:ph type="title"/>
          </p:nvPr>
        </p:nvSpPr>
        <p:spPr/>
        <p:txBody>
          <a:bodyPr/>
          <a:lstStyle/>
          <a:p>
            <a:r>
              <a:rPr lang="es-ES" dirty="0"/>
              <a:t>Planes técnicos como formas de orden (I)</a:t>
            </a:r>
          </a:p>
        </p:txBody>
      </p:sp>
      <p:sp>
        <p:nvSpPr>
          <p:cNvPr id="3" name="Marcador de contenido 2">
            <a:extLst>
              <a:ext uri="{FF2B5EF4-FFF2-40B4-BE49-F238E27FC236}">
                <a16:creationId xmlns:a16="http://schemas.microsoft.com/office/drawing/2014/main" id="{E6FE3ECE-1B9B-40E3-A6CA-36D92F3EFACB}"/>
              </a:ext>
            </a:extLst>
          </p:cNvPr>
          <p:cNvSpPr>
            <a:spLocks noGrp="1"/>
          </p:cNvSpPr>
          <p:nvPr>
            <p:ph idx="1"/>
          </p:nvPr>
        </p:nvSpPr>
        <p:spPr>
          <a:xfrm>
            <a:off x="116377" y="681644"/>
            <a:ext cx="11986953" cy="563997"/>
          </a:xfrm>
        </p:spPr>
        <p:txBody>
          <a:bodyPr vert="horz" lIns="91440" tIns="45720" rIns="91440" bIns="45720" rtlCol="0" anchor="t">
            <a:normAutofit/>
          </a:bodyPr>
          <a:lstStyle/>
          <a:p>
            <a:pPr marL="0" indent="0" algn="ctr">
              <a:buNone/>
            </a:pPr>
            <a:r>
              <a:rPr lang="es-ES" dirty="0"/>
              <a:t>¿Puede ser racista o clasista un puente?</a:t>
            </a:r>
          </a:p>
          <a:p>
            <a:endParaRPr lang="es-ES" dirty="0"/>
          </a:p>
        </p:txBody>
      </p:sp>
      <p:sp>
        <p:nvSpPr>
          <p:cNvPr id="4" name="Marcador de pie de página 3">
            <a:extLst>
              <a:ext uri="{FF2B5EF4-FFF2-40B4-BE49-F238E27FC236}">
                <a16:creationId xmlns:a16="http://schemas.microsoft.com/office/drawing/2014/main" id="{F0EF4B39-18C6-4B01-8D49-168521D5114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DBDDCB3-6C46-4FA0-999C-534B12D76C71}"/>
              </a:ext>
            </a:extLst>
          </p:cNvPr>
          <p:cNvSpPr>
            <a:spLocks noGrp="1"/>
          </p:cNvSpPr>
          <p:nvPr>
            <p:ph type="sldNum" sz="quarter" idx="12"/>
          </p:nvPr>
        </p:nvSpPr>
        <p:spPr/>
        <p:txBody>
          <a:bodyPr/>
          <a:lstStyle/>
          <a:p>
            <a:fld id="{DD78B9B0-B568-4B7D-A141-3C843B6BAC7A}" type="slidenum">
              <a:rPr lang="es-ES" smtClean="0"/>
              <a:pPr/>
              <a:t>14</a:t>
            </a:fld>
            <a:endParaRPr lang="es-ES" dirty="0"/>
          </a:p>
        </p:txBody>
      </p:sp>
      <p:pic>
        <p:nvPicPr>
          <p:cNvPr id="6" name="Imagen 5">
            <a:extLst>
              <a:ext uri="{FF2B5EF4-FFF2-40B4-BE49-F238E27FC236}">
                <a16:creationId xmlns:a16="http://schemas.microsoft.com/office/drawing/2014/main" id="{E515891B-E933-4A1A-AC5F-4832E1F345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3027" y="2631806"/>
            <a:ext cx="5320149" cy="3544550"/>
          </a:xfrm>
          <a:prstGeom prst="rect">
            <a:avLst/>
          </a:prstGeom>
        </p:spPr>
      </p:pic>
      <p:pic>
        <p:nvPicPr>
          <p:cNvPr id="7" name="Imagen 6">
            <a:extLst>
              <a:ext uri="{FF2B5EF4-FFF2-40B4-BE49-F238E27FC236}">
                <a16:creationId xmlns:a16="http://schemas.microsoft.com/office/drawing/2014/main" id="{16165969-5EB0-46F2-AF88-4D55BC1134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8347" y="1488804"/>
            <a:ext cx="5634680" cy="2958206"/>
          </a:xfrm>
          <a:prstGeom prst="rect">
            <a:avLst/>
          </a:prstGeom>
        </p:spPr>
      </p:pic>
    </p:spTree>
    <p:extLst>
      <p:ext uri="{BB962C8B-B14F-4D97-AF65-F5344CB8AC3E}">
        <p14:creationId xmlns:p14="http://schemas.microsoft.com/office/powerpoint/2010/main" val="452470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067CBB-DF1E-4CEC-BF9C-B828DA59013E}"/>
              </a:ext>
            </a:extLst>
          </p:cNvPr>
          <p:cNvSpPr>
            <a:spLocks noGrp="1"/>
          </p:cNvSpPr>
          <p:nvPr>
            <p:ph type="title"/>
          </p:nvPr>
        </p:nvSpPr>
        <p:spPr/>
        <p:txBody>
          <a:bodyPr/>
          <a:lstStyle/>
          <a:p>
            <a:r>
              <a:rPr lang="es-ES" dirty="0"/>
              <a:t>Planes técnicos como formas de orden (II)</a:t>
            </a:r>
          </a:p>
        </p:txBody>
      </p:sp>
      <p:sp>
        <p:nvSpPr>
          <p:cNvPr id="3" name="Marcador de contenido 2">
            <a:extLst>
              <a:ext uri="{FF2B5EF4-FFF2-40B4-BE49-F238E27FC236}">
                <a16:creationId xmlns:a16="http://schemas.microsoft.com/office/drawing/2014/main" id="{E6FE3ECE-1B9B-40E3-A6CA-36D92F3EFACB}"/>
              </a:ext>
            </a:extLst>
          </p:cNvPr>
          <p:cNvSpPr>
            <a:spLocks noGrp="1"/>
          </p:cNvSpPr>
          <p:nvPr>
            <p:ph idx="1"/>
          </p:nvPr>
        </p:nvSpPr>
        <p:spPr>
          <a:xfrm>
            <a:off x="116377" y="681644"/>
            <a:ext cx="11986953" cy="563997"/>
          </a:xfrm>
        </p:spPr>
        <p:txBody>
          <a:bodyPr/>
          <a:lstStyle/>
          <a:p>
            <a:pPr marL="0" indent="0" algn="ctr">
              <a:buNone/>
            </a:pPr>
            <a:r>
              <a:rPr lang="es-ES" dirty="0"/>
              <a:t>¿Y una avenida?</a:t>
            </a:r>
          </a:p>
          <a:p>
            <a:endParaRPr lang="es-ES" dirty="0"/>
          </a:p>
        </p:txBody>
      </p:sp>
      <p:sp>
        <p:nvSpPr>
          <p:cNvPr id="4" name="Marcador de pie de página 3">
            <a:extLst>
              <a:ext uri="{FF2B5EF4-FFF2-40B4-BE49-F238E27FC236}">
                <a16:creationId xmlns:a16="http://schemas.microsoft.com/office/drawing/2014/main" id="{F0EF4B39-18C6-4B01-8D49-168521D5114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DBDDCB3-6C46-4FA0-999C-534B12D76C71}"/>
              </a:ext>
            </a:extLst>
          </p:cNvPr>
          <p:cNvSpPr>
            <a:spLocks noGrp="1"/>
          </p:cNvSpPr>
          <p:nvPr>
            <p:ph type="sldNum" sz="quarter" idx="12"/>
          </p:nvPr>
        </p:nvSpPr>
        <p:spPr/>
        <p:txBody>
          <a:bodyPr/>
          <a:lstStyle/>
          <a:p>
            <a:fld id="{DD78B9B0-B568-4B7D-A141-3C843B6BAC7A}" type="slidenum">
              <a:rPr lang="es-ES" smtClean="0"/>
              <a:pPr/>
              <a:t>15</a:t>
            </a:fld>
            <a:endParaRPr lang="es-ES" dirty="0"/>
          </a:p>
        </p:txBody>
      </p:sp>
      <p:pic>
        <p:nvPicPr>
          <p:cNvPr id="8" name="Imagen 7">
            <a:extLst>
              <a:ext uri="{FF2B5EF4-FFF2-40B4-BE49-F238E27FC236}">
                <a16:creationId xmlns:a16="http://schemas.microsoft.com/office/drawing/2014/main" id="{341D369A-2A11-4EE1-851A-9F10AE66B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377" y="1209575"/>
            <a:ext cx="5765439" cy="3850011"/>
          </a:xfrm>
          <a:prstGeom prst="rect">
            <a:avLst/>
          </a:prstGeom>
        </p:spPr>
      </p:pic>
      <p:pic>
        <p:nvPicPr>
          <p:cNvPr id="9" name="Imagen 8">
            <a:extLst>
              <a:ext uri="{FF2B5EF4-FFF2-40B4-BE49-F238E27FC236}">
                <a16:creationId xmlns:a16="http://schemas.microsoft.com/office/drawing/2014/main" id="{976A1365-9C5D-439D-A0E2-BEEFE29F09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3782" y="2761422"/>
            <a:ext cx="5774406" cy="3480881"/>
          </a:xfrm>
          <a:prstGeom prst="rect">
            <a:avLst/>
          </a:prstGeom>
        </p:spPr>
      </p:pic>
    </p:spTree>
    <p:extLst>
      <p:ext uri="{BB962C8B-B14F-4D97-AF65-F5344CB8AC3E}">
        <p14:creationId xmlns:p14="http://schemas.microsoft.com/office/powerpoint/2010/main" val="13897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CB2397-6651-40A7-A40D-7EB917283D8A}"/>
              </a:ext>
            </a:extLst>
          </p:cNvPr>
          <p:cNvSpPr>
            <a:spLocks noGrp="1"/>
          </p:cNvSpPr>
          <p:nvPr>
            <p:ph type="title"/>
          </p:nvPr>
        </p:nvSpPr>
        <p:spPr/>
        <p:txBody>
          <a:bodyPr/>
          <a:lstStyle/>
          <a:p>
            <a:r>
              <a:rPr lang="es-ES" dirty="0"/>
              <a:t>Planes técnicos como formas de orden (III)</a:t>
            </a:r>
          </a:p>
        </p:txBody>
      </p:sp>
      <p:sp>
        <p:nvSpPr>
          <p:cNvPr id="4" name="Marcador de pie de página 3">
            <a:extLst>
              <a:ext uri="{FF2B5EF4-FFF2-40B4-BE49-F238E27FC236}">
                <a16:creationId xmlns:a16="http://schemas.microsoft.com/office/drawing/2014/main" id="{0CBAB307-566F-40C7-97E9-3CBBACF8868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114DD64E-156B-42FA-8FEE-C9CD43B2C895}"/>
              </a:ext>
            </a:extLst>
          </p:cNvPr>
          <p:cNvSpPr>
            <a:spLocks noGrp="1"/>
          </p:cNvSpPr>
          <p:nvPr>
            <p:ph type="sldNum" sz="quarter" idx="12"/>
          </p:nvPr>
        </p:nvSpPr>
        <p:spPr/>
        <p:txBody>
          <a:bodyPr/>
          <a:lstStyle/>
          <a:p>
            <a:fld id="{DD78B9B0-B568-4B7D-A141-3C843B6BAC7A}" type="slidenum">
              <a:rPr lang="es-ES" smtClean="0"/>
              <a:pPr/>
              <a:t>16</a:t>
            </a:fld>
            <a:endParaRPr lang="es-ES" dirty="0"/>
          </a:p>
        </p:txBody>
      </p:sp>
      <p:pic>
        <p:nvPicPr>
          <p:cNvPr id="6" name="Imagen 5">
            <a:extLst>
              <a:ext uri="{FF2B5EF4-FFF2-40B4-BE49-F238E27FC236}">
                <a16:creationId xmlns:a16="http://schemas.microsoft.com/office/drawing/2014/main" id="{DC25F72B-DBA0-4C6B-B54C-BAB278CCDF8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91288" y="574219"/>
            <a:ext cx="9009424" cy="6006281"/>
          </a:xfrm>
          <a:prstGeom prst="rect">
            <a:avLst/>
          </a:prstGeom>
        </p:spPr>
      </p:pic>
    </p:spTree>
    <p:extLst>
      <p:ext uri="{BB962C8B-B14F-4D97-AF65-F5344CB8AC3E}">
        <p14:creationId xmlns:p14="http://schemas.microsoft.com/office/powerpoint/2010/main" val="3279041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07452E-8B3D-492E-8BE2-39F369E5F285}"/>
              </a:ext>
            </a:extLst>
          </p:cNvPr>
          <p:cNvSpPr>
            <a:spLocks noGrp="1"/>
          </p:cNvSpPr>
          <p:nvPr>
            <p:ph type="title"/>
          </p:nvPr>
        </p:nvSpPr>
        <p:spPr/>
        <p:txBody>
          <a:bodyPr/>
          <a:lstStyle/>
          <a:p>
            <a:r>
              <a:rPr lang="es-ES" dirty="0"/>
              <a:t>Planes técnicos como formas de orden (III)</a:t>
            </a:r>
          </a:p>
        </p:txBody>
      </p:sp>
      <p:sp>
        <p:nvSpPr>
          <p:cNvPr id="4" name="Marcador de pie de página 3">
            <a:extLst>
              <a:ext uri="{FF2B5EF4-FFF2-40B4-BE49-F238E27FC236}">
                <a16:creationId xmlns:a16="http://schemas.microsoft.com/office/drawing/2014/main" id="{3E66CF2C-F9BA-4E99-81E5-0D28A17C96F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70528978-0654-4A24-8E7C-4DBC7BF13D26}"/>
              </a:ext>
            </a:extLst>
          </p:cNvPr>
          <p:cNvSpPr>
            <a:spLocks noGrp="1"/>
          </p:cNvSpPr>
          <p:nvPr>
            <p:ph type="sldNum" sz="quarter" idx="12"/>
          </p:nvPr>
        </p:nvSpPr>
        <p:spPr/>
        <p:txBody>
          <a:bodyPr/>
          <a:lstStyle/>
          <a:p>
            <a:fld id="{DD78B9B0-B568-4B7D-A141-3C843B6BAC7A}" type="slidenum">
              <a:rPr lang="es-ES" smtClean="0"/>
              <a:pPr/>
              <a:t>17</a:t>
            </a:fld>
            <a:endParaRPr lang="es-ES" dirty="0"/>
          </a:p>
        </p:txBody>
      </p:sp>
      <p:pic>
        <p:nvPicPr>
          <p:cNvPr id="6" name="Imagen 5">
            <a:extLst>
              <a:ext uri="{FF2B5EF4-FFF2-40B4-BE49-F238E27FC236}">
                <a16:creationId xmlns:a16="http://schemas.microsoft.com/office/drawing/2014/main" id="{DD6CEB62-2BA0-4CAC-BCC9-ACEABA4A4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428" y="1406816"/>
            <a:ext cx="4044366" cy="4044366"/>
          </a:xfrm>
          <a:prstGeom prst="rect">
            <a:avLst/>
          </a:prstGeom>
        </p:spPr>
      </p:pic>
      <p:pic>
        <p:nvPicPr>
          <p:cNvPr id="7" name="Imagen 6">
            <a:extLst>
              <a:ext uri="{FF2B5EF4-FFF2-40B4-BE49-F238E27FC236}">
                <a16:creationId xmlns:a16="http://schemas.microsoft.com/office/drawing/2014/main" id="{E6C63352-E710-4567-B522-74E765FEBB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1494" y="1572723"/>
            <a:ext cx="7314284" cy="3712553"/>
          </a:xfrm>
          <a:prstGeom prst="rect">
            <a:avLst/>
          </a:prstGeom>
        </p:spPr>
      </p:pic>
    </p:spTree>
    <p:extLst>
      <p:ext uri="{BB962C8B-B14F-4D97-AF65-F5344CB8AC3E}">
        <p14:creationId xmlns:p14="http://schemas.microsoft.com/office/powerpoint/2010/main" val="3175709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0C45AA-936C-45C1-B1D6-3E516D79FFEF}"/>
              </a:ext>
            </a:extLst>
          </p:cNvPr>
          <p:cNvSpPr>
            <a:spLocks noGrp="1"/>
          </p:cNvSpPr>
          <p:nvPr>
            <p:ph type="title"/>
          </p:nvPr>
        </p:nvSpPr>
        <p:spPr/>
        <p:txBody>
          <a:bodyPr/>
          <a:lstStyle/>
          <a:p>
            <a:r>
              <a:rPr lang="es-ES" dirty="0"/>
              <a:t>Planes técnicos como formas de orden (III)</a:t>
            </a:r>
          </a:p>
        </p:txBody>
      </p:sp>
      <p:sp>
        <p:nvSpPr>
          <p:cNvPr id="3" name="Marcador de contenido 2">
            <a:extLst>
              <a:ext uri="{FF2B5EF4-FFF2-40B4-BE49-F238E27FC236}">
                <a16:creationId xmlns:a16="http://schemas.microsoft.com/office/drawing/2014/main" id="{00EB92A7-5287-4CD8-AE6B-6E888F168153}"/>
              </a:ext>
            </a:extLst>
          </p:cNvPr>
          <p:cNvSpPr>
            <a:spLocks noGrp="1"/>
          </p:cNvSpPr>
          <p:nvPr>
            <p:ph idx="1"/>
          </p:nvPr>
        </p:nvSpPr>
        <p:spPr/>
        <p:txBody>
          <a:bodyPr/>
          <a:lstStyle/>
          <a:p>
            <a:pPr marL="0" indent="0" algn="ctr">
              <a:buNone/>
            </a:pPr>
            <a:r>
              <a:rPr lang="es-ES" dirty="0"/>
              <a:t>El caso de McCormick</a:t>
            </a:r>
          </a:p>
        </p:txBody>
      </p:sp>
      <p:sp>
        <p:nvSpPr>
          <p:cNvPr id="4" name="Marcador de pie de página 3">
            <a:extLst>
              <a:ext uri="{FF2B5EF4-FFF2-40B4-BE49-F238E27FC236}">
                <a16:creationId xmlns:a16="http://schemas.microsoft.com/office/drawing/2014/main" id="{48CFA69D-6733-4EC3-A50C-1ED80274269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768D8C4-6DD8-42DD-9C60-48EC5BE59F84}"/>
              </a:ext>
            </a:extLst>
          </p:cNvPr>
          <p:cNvSpPr>
            <a:spLocks noGrp="1"/>
          </p:cNvSpPr>
          <p:nvPr>
            <p:ph type="sldNum" sz="quarter" idx="12"/>
          </p:nvPr>
        </p:nvSpPr>
        <p:spPr/>
        <p:txBody>
          <a:bodyPr/>
          <a:lstStyle/>
          <a:p>
            <a:fld id="{DD78B9B0-B568-4B7D-A141-3C843B6BAC7A}" type="slidenum">
              <a:rPr lang="es-ES" smtClean="0"/>
              <a:pPr/>
              <a:t>18</a:t>
            </a:fld>
            <a:endParaRPr lang="es-ES" dirty="0"/>
          </a:p>
        </p:txBody>
      </p:sp>
      <p:pic>
        <p:nvPicPr>
          <p:cNvPr id="6" name="Imagen 5">
            <a:extLst>
              <a:ext uri="{FF2B5EF4-FFF2-40B4-BE49-F238E27FC236}">
                <a16:creationId xmlns:a16="http://schemas.microsoft.com/office/drawing/2014/main" id="{864572EA-2BFE-4258-8D71-66C9B4104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4827" y="1876115"/>
            <a:ext cx="7830052" cy="3313587"/>
          </a:xfrm>
          <a:prstGeom prst="rect">
            <a:avLst/>
          </a:prstGeom>
        </p:spPr>
      </p:pic>
    </p:spTree>
    <p:extLst>
      <p:ext uri="{BB962C8B-B14F-4D97-AF65-F5344CB8AC3E}">
        <p14:creationId xmlns:p14="http://schemas.microsoft.com/office/powerpoint/2010/main" val="2598372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7B67E9-68E9-4CCA-B554-07B3ED9F67EF}"/>
              </a:ext>
            </a:extLst>
          </p:cNvPr>
          <p:cNvSpPr>
            <a:spLocks noGrp="1"/>
          </p:cNvSpPr>
          <p:nvPr>
            <p:ph type="title"/>
          </p:nvPr>
        </p:nvSpPr>
        <p:spPr/>
        <p:txBody>
          <a:bodyPr/>
          <a:lstStyle/>
          <a:p>
            <a:r>
              <a:rPr lang="es-ES" dirty="0"/>
              <a:t>Planes técnicos como formas de orden (III)</a:t>
            </a:r>
          </a:p>
        </p:txBody>
      </p:sp>
      <p:sp>
        <p:nvSpPr>
          <p:cNvPr id="3" name="Marcador de contenido 2">
            <a:extLst>
              <a:ext uri="{FF2B5EF4-FFF2-40B4-BE49-F238E27FC236}">
                <a16:creationId xmlns:a16="http://schemas.microsoft.com/office/drawing/2014/main" id="{3F45D545-4DCA-472C-AFB2-45B4A220B2D2}"/>
              </a:ext>
            </a:extLst>
          </p:cNvPr>
          <p:cNvSpPr>
            <a:spLocks noGrp="1"/>
          </p:cNvSpPr>
          <p:nvPr>
            <p:ph idx="1"/>
          </p:nvPr>
        </p:nvSpPr>
        <p:spPr>
          <a:xfrm>
            <a:off x="116377" y="681644"/>
            <a:ext cx="11986953" cy="563997"/>
          </a:xfrm>
        </p:spPr>
        <p:txBody>
          <a:bodyPr/>
          <a:lstStyle/>
          <a:p>
            <a:pPr marL="0" indent="0" algn="ctr">
              <a:buNone/>
            </a:pPr>
            <a:r>
              <a:rPr lang="es-ES" dirty="0"/>
              <a:t>¿Relación con la ingeniería informática?</a:t>
            </a:r>
          </a:p>
        </p:txBody>
      </p:sp>
      <p:sp>
        <p:nvSpPr>
          <p:cNvPr id="4" name="Marcador de pie de página 3">
            <a:extLst>
              <a:ext uri="{FF2B5EF4-FFF2-40B4-BE49-F238E27FC236}">
                <a16:creationId xmlns:a16="http://schemas.microsoft.com/office/drawing/2014/main" id="{3B6157CB-E1B3-4E17-95C2-54CA38469EAB}"/>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259FE7E5-97BA-43C1-8937-BC4F6E005893}"/>
              </a:ext>
            </a:extLst>
          </p:cNvPr>
          <p:cNvSpPr>
            <a:spLocks noGrp="1"/>
          </p:cNvSpPr>
          <p:nvPr>
            <p:ph type="sldNum" sz="quarter" idx="12"/>
          </p:nvPr>
        </p:nvSpPr>
        <p:spPr/>
        <p:txBody>
          <a:bodyPr/>
          <a:lstStyle/>
          <a:p>
            <a:fld id="{DD78B9B0-B568-4B7D-A141-3C843B6BAC7A}" type="slidenum">
              <a:rPr lang="es-ES" smtClean="0"/>
              <a:pPr/>
              <a:t>19</a:t>
            </a:fld>
            <a:endParaRPr lang="es-ES" dirty="0"/>
          </a:p>
        </p:txBody>
      </p:sp>
      <p:pic>
        <p:nvPicPr>
          <p:cNvPr id="7" name="Imagen 6">
            <a:extLst>
              <a:ext uri="{FF2B5EF4-FFF2-40B4-BE49-F238E27FC236}">
                <a16:creationId xmlns:a16="http://schemas.microsoft.com/office/drawing/2014/main" id="{181EC93B-53BC-49CF-B7D5-2CB0A9E08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377" y="1907895"/>
            <a:ext cx="5606980" cy="3504363"/>
          </a:xfrm>
          <a:prstGeom prst="rect">
            <a:avLst/>
          </a:prstGeom>
        </p:spPr>
      </p:pic>
      <p:pic>
        <p:nvPicPr>
          <p:cNvPr id="9" name="Imagen 8">
            <a:extLst>
              <a:ext uri="{FF2B5EF4-FFF2-40B4-BE49-F238E27FC236}">
                <a16:creationId xmlns:a16="http://schemas.microsoft.com/office/drawing/2014/main" id="{CE12182C-7753-43F6-BA05-02E87399CA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5644" y="1922728"/>
            <a:ext cx="6229979" cy="3504363"/>
          </a:xfrm>
          <a:prstGeom prst="rect">
            <a:avLst/>
          </a:prstGeom>
        </p:spPr>
      </p:pic>
    </p:spTree>
    <p:extLst>
      <p:ext uri="{BB962C8B-B14F-4D97-AF65-F5344CB8AC3E}">
        <p14:creationId xmlns:p14="http://schemas.microsoft.com/office/powerpoint/2010/main" val="3856421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996FCF-7C10-4925-AA0A-0073F4D3F578}"/>
              </a:ext>
            </a:extLst>
          </p:cNvPr>
          <p:cNvSpPr>
            <a:spLocks noGrp="1"/>
          </p:cNvSpPr>
          <p:nvPr>
            <p:ph type="title"/>
          </p:nvPr>
        </p:nvSpPr>
        <p:spPr/>
        <p:txBody>
          <a:bodyPr/>
          <a:lstStyle/>
          <a:p>
            <a:r>
              <a:rPr lang="es-ES" dirty="0"/>
              <a:t>Tecnologías inherentemente políticas (I)</a:t>
            </a:r>
          </a:p>
        </p:txBody>
      </p:sp>
      <p:sp>
        <p:nvSpPr>
          <p:cNvPr id="4" name="Marcador de pie de página 3">
            <a:extLst>
              <a:ext uri="{FF2B5EF4-FFF2-40B4-BE49-F238E27FC236}">
                <a16:creationId xmlns:a16="http://schemas.microsoft.com/office/drawing/2014/main" id="{CB899C40-85A1-4C0A-B450-981EB1CDF33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5A42AA0-EBA8-4088-946F-8DBF489CD808}"/>
              </a:ext>
            </a:extLst>
          </p:cNvPr>
          <p:cNvSpPr>
            <a:spLocks noGrp="1"/>
          </p:cNvSpPr>
          <p:nvPr>
            <p:ph type="sldNum" sz="quarter" idx="12"/>
          </p:nvPr>
        </p:nvSpPr>
        <p:spPr/>
        <p:txBody>
          <a:bodyPr/>
          <a:lstStyle/>
          <a:p>
            <a:fld id="{DD78B9B0-B568-4B7D-A141-3C843B6BAC7A}" type="slidenum">
              <a:rPr lang="es-ES" smtClean="0"/>
              <a:pPr/>
              <a:t>20</a:t>
            </a:fld>
            <a:endParaRPr lang="es-ES" dirty="0"/>
          </a:p>
        </p:txBody>
      </p:sp>
      <p:pic>
        <p:nvPicPr>
          <p:cNvPr id="10" name="Imagen 9">
            <a:extLst>
              <a:ext uri="{FF2B5EF4-FFF2-40B4-BE49-F238E27FC236}">
                <a16:creationId xmlns:a16="http://schemas.microsoft.com/office/drawing/2014/main" id="{38BF1DB4-F01B-4C41-AC1A-63738E4DF4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029535"/>
            <a:ext cx="5644752" cy="3263044"/>
          </a:xfrm>
          <a:prstGeom prst="rect">
            <a:avLst/>
          </a:prstGeom>
        </p:spPr>
      </p:pic>
      <p:pic>
        <p:nvPicPr>
          <p:cNvPr id="11" name="Imagen 10">
            <a:extLst>
              <a:ext uri="{FF2B5EF4-FFF2-40B4-BE49-F238E27FC236}">
                <a16:creationId xmlns:a16="http://schemas.microsoft.com/office/drawing/2014/main" id="{EC0382DD-D0FF-40C3-A4A6-C5B1FA789B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919" y="579351"/>
            <a:ext cx="5787082" cy="3472249"/>
          </a:xfrm>
          <a:prstGeom prst="rect">
            <a:avLst/>
          </a:prstGeom>
        </p:spPr>
      </p:pic>
    </p:spTree>
    <p:extLst>
      <p:ext uri="{BB962C8B-B14F-4D97-AF65-F5344CB8AC3E}">
        <p14:creationId xmlns:p14="http://schemas.microsoft.com/office/powerpoint/2010/main" val="33320729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10E7A2-FB51-4803-B8F0-36D866C34CE5}"/>
              </a:ext>
            </a:extLst>
          </p:cNvPr>
          <p:cNvSpPr>
            <a:spLocks noGrp="1"/>
          </p:cNvSpPr>
          <p:nvPr>
            <p:ph type="title"/>
          </p:nvPr>
        </p:nvSpPr>
        <p:spPr/>
        <p:txBody>
          <a:bodyPr/>
          <a:lstStyle/>
          <a:p>
            <a:r>
              <a:rPr lang="es-ES" dirty="0"/>
              <a:t>Tecnologías inherentemente políticas</a:t>
            </a:r>
          </a:p>
        </p:txBody>
      </p:sp>
      <p:sp>
        <p:nvSpPr>
          <p:cNvPr id="4" name="Marcador de pie de página 3">
            <a:extLst>
              <a:ext uri="{FF2B5EF4-FFF2-40B4-BE49-F238E27FC236}">
                <a16:creationId xmlns:a16="http://schemas.microsoft.com/office/drawing/2014/main" id="{F9CF4A39-A5C6-40C6-997E-51EC1FC4018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74D2C244-B248-4250-9EA7-CCF234C23D0E}"/>
              </a:ext>
            </a:extLst>
          </p:cNvPr>
          <p:cNvSpPr>
            <a:spLocks noGrp="1"/>
          </p:cNvSpPr>
          <p:nvPr>
            <p:ph type="sldNum" sz="quarter" idx="12"/>
          </p:nvPr>
        </p:nvSpPr>
        <p:spPr/>
        <p:txBody>
          <a:bodyPr/>
          <a:lstStyle/>
          <a:p>
            <a:fld id="{DD78B9B0-B568-4B7D-A141-3C843B6BAC7A}" type="slidenum">
              <a:rPr lang="es-ES" smtClean="0"/>
              <a:pPr/>
              <a:t>21</a:t>
            </a:fld>
            <a:endParaRPr lang="es-ES" dirty="0"/>
          </a:p>
        </p:txBody>
      </p:sp>
      <p:pic>
        <p:nvPicPr>
          <p:cNvPr id="6" name="Imagen 5">
            <a:extLst>
              <a:ext uri="{FF2B5EF4-FFF2-40B4-BE49-F238E27FC236}">
                <a16:creationId xmlns:a16="http://schemas.microsoft.com/office/drawing/2014/main" id="{31C715E2-DF68-420F-A29E-D6FE044E99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376" y="579351"/>
            <a:ext cx="5840899" cy="3289975"/>
          </a:xfrm>
          <a:prstGeom prst="rect">
            <a:avLst/>
          </a:prstGeom>
        </p:spPr>
      </p:pic>
      <p:pic>
        <p:nvPicPr>
          <p:cNvPr id="7" name="Imagen 6">
            <a:extLst>
              <a:ext uri="{FF2B5EF4-FFF2-40B4-BE49-F238E27FC236}">
                <a16:creationId xmlns:a16="http://schemas.microsoft.com/office/drawing/2014/main" id="{779903FD-A4AC-47DF-9337-72602D1E09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57276" y="2458995"/>
            <a:ext cx="6118347" cy="3650614"/>
          </a:xfrm>
          <a:prstGeom prst="rect">
            <a:avLst/>
          </a:prstGeom>
        </p:spPr>
      </p:pic>
    </p:spTree>
    <p:extLst>
      <p:ext uri="{BB962C8B-B14F-4D97-AF65-F5344CB8AC3E}">
        <p14:creationId xmlns:p14="http://schemas.microsoft.com/office/powerpoint/2010/main" val="3778757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217C20-CB5C-4A36-93A7-2AE19E3C5A48}"/>
              </a:ext>
            </a:extLst>
          </p:cNvPr>
          <p:cNvSpPr>
            <a:spLocks noGrp="1"/>
          </p:cNvSpPr>
          <p:nvPr>
            <p:ph type="title"/>
          </p:nvPr>
        </p:nvSpPr>
        <p:spPr/>
        <p:txBody>
          <a:bodyPr/>
          <a:lstStyle/>
          <a:p>
            <a:r>
              <a:rPr lang="es-ES" dirty="0"/>
              <a:t>Reflexiones abiertas del artículo</a:t>
            </a:r>
          </a:p>
        </p:txBody>
      </p:sp>
      <p:sp>
        <p:nvSpPr>
          <p:cNvPr id="3" name="Marcador de contenido 2">
            <a:extLst>
              <a:ext uri="{FF2B5EF4-FFF2-40B4-BE49-F238E27FC236}">
                <a16:creationId xmlns:a16="http://schemas.microsoft.com/office/drawing/2014/main" id="{62D6BF44-EB31-4096-B86F-42A1051E946C}"/>
              </a:ext>
            </a:extLst>
          </p:cNvPr>
          <p:cNvSpPr>
            <a:spLocks noGrp="1"/>
          </p:cNvSpPr>
          <p:nvPr>
            <p:ph idx="1"/>
          </p:nvPr>
        </p:nvSpPr>
        <p:spPr/>
        <p:txBody>
          <a:bodyPr/>
          <a:lstStyle/>
          <a:p>
            <a:r>
              <a:rPr lang="es-ES" dirty="0"/>
              <a:t>Necesidad de incluir  los lenguajes del diseño, política, moral, herramientas y usos</a:t>
            </a:r>
          </a:p>
          <a:p>
            <a:r>
              <a:rPr lang="es-ES" dirty="0"/>
              <a:t>De las dos modalidades:</a:t>
            </a:r>
          </a:p>
          <a:p>
            <a:pPr lvl="1"/>
            <a:r>
              <a:rPr lang="es-ES" dirty="0"/>
              <a:t>Una se trata del diseño</a:t>
            </a:r>
          </a:p>
          <a:p>
            <a:pPr lvl="1"/>
            <a:r>
              <a:rPr lang="es-ES" dirty="0"/>
              <a:t>Otra, de características intrínsecas que modifican patrones sociales. Importante: NO EXISTEN DISEÑOS O PLANES ALTERNATIVOS</a:t>
            </a:r>
          </a:p>
          <a:p>
            <a:pPr lvl="1"/>
            <a:endParaRPr lang="es-ES" dirty="0"/>
          </a:p>
          <a:p>
            <a:pPr lvl="1"/>
            <a:r>
              <a:rPr lang="es-ES" dirty="0"/>
              <a:t>¿Más reflexiones? </a:t>
            </a:r>
            <a:r>
              <a:rPr lang="es-ES" dirty="0">
                <a:sym typeface="Wingdings" panose="05000000000000000000" pitchFamily="2" charset="2"/>
              </a:rPr>
              <a:t> ¿Ejemplos actuales?</a:t>
            </a:r>
            <a:endParaRPr lang="es-ES" dirty="0"/>
          </a:p>
          <a:p>
            <a:endParaRPr lang="es-ES" dirty="0"/>
          </a:p>
        </p:txBody>
      </p:sp>
      <p:sp>
        <p:nvSpPr>
          <p:cNvPr id="4" name="Marcador de pie de página 3">
            <a:extLst>
              <a:ext uri="{FF2B5EF4-FFF2-40B4-BE49-F238E27FC236}">
                <a16:creationId xmlns:a16="http://schemas.microsoft.com/office/drawing/2014/main" id="{FF91E4D2-6A4C-418D-BD08-D6FBDB36139B}"/>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4667E3B6-227C-4124-A4D7-067D64628947}"/>
              </a:ext>
            </a:extLst>
          </p:cNvPr>
          <p:cNvSpPr>
            <a:spLocks noGrp="1"/>
          </p:cNvSpPr>
          <p:nvPr>
            <p:ph type="sldNum" sz="quarter" idx="12"/>
          </p:nvPr>
        </p:nvSpPr>
        <p:spPr/>
        <p:txBody>
          <a:bodyPr/>
          <a:lstStyle/>
          <a:p>
            <a:fld id="{DD78B9B0-B568-4B7D-A141-3C843B6BAC7A}" type="slidenum">
              <a:rPr lang="es-ES" smtClean="0"/>
              <a:pPr/>
              <a:t>22</a:t>
            </a:fld>
            <a:endParaRPr lang="es-ES" dirty="0"/>
          </a:p>
        </p:txBody>
      </p:sp>
    </p:spTree>
    <p:extLst>
      <p:ext uri="{BB962C8B-B14F-4D97-AF65-F5344CB8AC3E}">
        <p14:creationId xmlns:p14="http://schemas.microsoft.com/office/powerpoint/2010/main" val="3593820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6BC037-FA44-4A15-8273-4C467D7484BE}"/>
              </a:ext>
            </a:extLst>
          </p:cNvPr>
          <p:cNvSpPr>
            <a:spLocks noGrp="1"/>
          </p:cNvSpPr>
          <p:nvPr>
            <p:ph type="title"/>
          </p:nvPr>
        </p:nvSpPr>
        <p:spPr/>
        <p:txBody>
          <a:bodyPr/>
          <a:lstStyle/>
          <a:p>
            <a:endParaRPr lang="es-ES" dirty="0"/>
          </a:p>
        </p:txBody>
      </p:sp>
      <p:sp>
        <p:nvSpPr>
          <p:cNvPr id="4" name="Marcador de pie de página 3">
            <a:extLst>
              <a:ext uri="{FF2B5EF4-FFF2-40B4-BE49-F238E27FC236}">
                <a16:creationId xmlns:a16="http://schemas.microsoft.com/office/drawing/2014/main" id="{9E502D89-E0EF-4751-85F6-0C1EE9F2E29C}"/>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36FFEE4-F3EB-4136-8DB6-01D0A3856381}"/>
              </a:ext>
            </a:extLst>
          </p:cNvPr>
          <p:cNvSpPr>
            <a:spLocks noGrp="1"/>
          </p:cNvSpPr>
          <p:nvPr>
            <p:ph type="sldNum" sz="quarter" idx="12"/>
          </p:nvPr>
        </p:nvSpPr>
        <p:spPr/>
        <p:txBody>
          <a:bodyPr/>
          <a:lstStyle/>
          <a:p>
            <a:fld id="{DD78B9B0-B568-4B7D-A141-3C843B6BAC7A}" type="slidenum">
              <a:rPr lang="es-ES" smtClean="0"/>
              <a:pPr/>
              <a:t>23</a:t>
            </a:fld>
            <a:endParaRPr lang="es-ES" dirty="0"/>
          </a:p>
        </p:txBody>
      </p:sp>
      <p:sp>
        <p:nvSpPr>
          <p:cNvPr id="7" name="Rectángulo 6">
            <a:extLst>
              <a:ext uri="{FF2B5EF4-FFF2-40B4-BE49-F238E27FC236}">
                <a16:creationId xmlns:a16="http://schemas.microsoft.com/office/drawing/2014/main" id="{DC21AA3D-C501-436A-9C54-904388B0971B}"/>
              </a:ext>
            </a:extLst>
          </p:cNvPr>
          <p:cNvSpPr/>
          <p:nvPr/>
        </p:nvSpPr>
        <p:spPr>
          <a:xfrm>
            <a:off x="764771" y="1062681"/>
            <a:ext cx="10575173" cy="1815882"/>
          </a:xfrm>
          <a:prstGeom prst="rect">
            <a:avLst/>
          </a:prstGeom>
        </p:spPr>
        <p:txBody>
          <a:bodyPr wrap="square">
            <a:spAutoFit/>
          </a:bodyPr>
          <a:lstStyle/>
          <a:p>
            <a:pPr algn="ctr">
              <a:defRPr/>
            </a:pPr>
            <a:r>
              <a:rPr lang="es-ES" altLang="es-ES" sz="2800" dirty="0"/>
              <a:t>La globalización actual no es el resultado inevitable de poner en práctica las TIC, sino la aplicación que de las mismas se ha hecho desde una determinada posición ideológica, el neoliberalismo.</a:t>
            </a:r>
          </a:p>
          <a:p>
            <a:pPr algn="ctr">
              <a:defRPr/>
            </a:pPr>
            <a:r>
              <a:rPr lang="es-ES" altLang="es-ES" sz="2800" dirty="0"/>
              <a:t>(Cortes, Dubois).</a:t>
            </a:r>
          </a:p>
        </p:txBody>
      </p:sp>
    </p:spTree>
    <p:extLst>
      <p:ext uri="{BB962C8B-B14F-4D97-AF65-F5344CB8AC3E}">
        <p14:creationId xmlns:p14="http://schemas.microsoft.com/office/powerpoint/2010/main" val="249684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B50A97-40B8-463E-8F77-1F567A284235}"/>
              </a:ext>
            </a:extLst>
          </p:cNvPr>
          <p:cNvSpPr>
            <a:spLocks noGrp="1"/>
          </p:cNvSpPr>
          <p:nvPr>
            <p:ph type="title"/>
          </p:nvPr>
        </p:nvSpPr>
        <p:spPr/>
        <p:txBody>
          <a:bodyPr/>
          <a:lstStyle/>
          <a:p>
            <a:r>
              <a:rPr lang="es-ES" dirty="0">
                <a:cs typeface="Calibri"/>
              </a:rPr>
              <a:t>Mitcham</a:t>
            </a:r>
            <a:endParaRPr lang="es-ES" dirty="0"/>
          </a:p>
        </p:txBody>
      </p:sp>
      <p:sp>
        <p:nvSpPr>
          <p:cNvPr id="3" name="Marcador de contenido 2">
            <a:extLst>
              <a:ext uri="{FF2B5EF4-FFF2-40B4-BE49-F238E27FC236}">
                <a16:creationId xmlns:a16="http://schemas.microsoft.com/office/drawing/2014/main" id="{4DEB4CC2-FE69-4373-A484-74A5D876096A}"/>
              </a:ext>
            </a:extLst>
          </p:cNvPr>
          <p:cNvSpPr>
            <a:spLocks noGrp="1"/>
          </p:cNvSpPr>
          <p:nvPr>
            <p:ph idx="1"/>
          </p:nvPr>
        </p:nvSpPr>
        <p:spPr/>
        <p:txBody>
          <a:bodyPr/>
          <a:lstStyle/>
          <a:p>
            <a:pPr marL="0" indent="0" algn="ctr">
              <a:buNone/>
              <a:defRPr/>
            </a:pPr>
            <a:endParaRPr lang="es-ES" altLang="es-ES" dirty="0">
              <a:latin typeface="Calibri" panose="020F0502020204030204" pitchFamily="34" charset="0"/>
              <a:cs typeface="Calibri" panose="020F0502020204030204" pitchFamily="34" charset="0"/>
            </a:endParaRPr>
          </a:p>
          <a:p>
            <a:pPr marL="0" indent="0" algn="ctr">
              <a:buNone/>
              <a:defRPr/>
            </a:pPr>
            <a:r>
              <a:rPr lang="es-ES" altLang="es-ES" dirty="0">
                <a:latin typeface="Calibri" panose="020F0502020204030204" pitchFamily="34" charset="0"/>
                <a:cs typeface="Calibri" panose="020F0502020204030204" pitchFamily="34" charset="0"/>
              </a:rPr>
              <a:t>“A pesar de los continuos esfuerzos por atajar los problemas de la humanidad por medio de la investigación científica y la innovación tecnológica, las respuestas siguen siendo fundamentalmente de carácter ético”</a:t>
            </a:r>
          </a:p>
          <a:p>
            <a:pPr marL="0" indent="0" algn="ctr">
              <a:buNone/>
              <a:defRPr/>
            </a:pPr>
            <a:endParaRPr lang="es-ES" altLang="es-ES" dirty="0">
              <a:latin typeface="Calibri" panose="020F0502020204030204" pitchFamily="34" charset="0"/>
              <a:cs typeface="Calibri" panose="020F0502020204030204" pitchFamily="34" charset="0"/>
            </a:endParaRPr>
          </a:p>
          <a:p>
            <a:pPr marL="0" indent="0" algn="ctr">
              <a:buNone/>
              <a:defRPr/>
            </a:pPr>
            <a:endParaRPr lang="es-ES" altLang="es-ES" dirty="0">
              <a:latin typeface="Calibri" panose="020F0502020204030204" pitchFamily="34" charset="0"/>
              <a:cs typeface="Calibri" panose="020F0502020204030204" pitchFamily="34" charset="0"/>
            </a:endParaRPr>
          </a:p>
          <a:p>
            <a:pPr marL="0" indent="0" algn="ctr">
              <a:buNone/>
              <a:defRPr/>
            </a:pPr>
            <a:r>
              <a:rPr lang="es-ES" altLang="es-ES" dirty="0">
                <a:latin typeface="Calibri" panose="020F0502020204030204" pitchFamily="34" charset="0"/>
                <a:cs typeface="Calibri" panose="020F0502020204030204" pitchFamily="34" charset="0"/>
              </a:rPr>
              <a:t>“Las soluciones tecnológicas a estos problemas requieren una reflexión ética acerca de cuál es la mejor opción entre las disponibles. Sin embargo, estamos tan abrumados con las crisis contrapuestas y los argumentos divergentes de los distintos grupos de interés a favor de diferentes soluciones que a menudo nos resulta difícil pensar”</a:t>
            </a:r>
          </a:p>
        </p:txBody>
      </p:sp>
      <p:sp>
        <p:nvSpPr>
          <p:cNvPr id="4" name="Marcador de pie de página 3">
            <a:extLst>
              <a:ext uri="{FF2B5EF4-FFF2-40B4-BE49-F238E27FC236}">
                <a16:creationId xmlns:a16="http://schemas.microsoft.com/office/drawing/2014/main" id="{D543C09C-6713-4DD3-A960-2ECF6744500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A541F124-14D9-465D-84E7-17D81585CBDC}"/>
              </a:ext>
            </a:extLst>
          </p:cNvPr>
          <p:cNvSpPr>
            <a:spLocks noGrp="1"/>
          </p:cNvSpPr>
          <p:nvPr>
            <p:ph type="sldNum" sz="quarter" idx="12"/>
          </p:nvPr>
        </p:nvSpPr>
        <p:spPr/>
        <p:txBody>
          <a:bodyPr/>
          <a:lstStyle/>
          <a:p>
            <a:fld id="{DD78B9B0-B568-4B7D-A141-3C843B6BAC7A}" type="slidenum">
              <a:rPr lang="es-ES" smtClean="0"/>
              <a:pPr/>
              <a:t>24</a:t>
            </a:fld>
            <a:endParaRPr lang="es-ES" dirty="0"/>
          </a:p>
        </p:txBody>
      </p:sp>
    </p:spTree>
    <p:extLst>
      <p:ext uri="{BB962C8B-B14F-4D97-AF65-F5344CB8AC3E}">
        <p14:creationId xmlns:p14="http://schemas.microsoft.com/office/powerpoint/2010/main" val="992271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lstStyle/>
          <a:p>
            <a:r>
              <a:rPr lang="es-ES" dirty="0"/>
              <a:t>1. Tecnología y Sociedad</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pPr lvl="1">
              <a:lnSpc>
                <a:spcPct val="200000"/>
              </a:lnSpc>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1.2 Impactos Sociales de las TIC.</a:t>
            </a:r>
            <a:br>
              <a:rPr lang="es-ES" altLang="es-ES" sz="2200" dirty="0">
                <a:latin typeface="Calibri" panose="020F0502020204030204" pitchFamily="34" charset="0"/>
                <a:ea typeface="ＭＳ Ｐゴシック" panose="020B0600070205080204" pitchFamily="34" charset="-128"/>
                <a:cs typeface="Calibri" panose="020F0502020204030204" pitchFamily="34" charset="0"/>
              </a:rPr>
            </a:b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Cuarta Revolución industrial: transición digital y empleo</a:t>
            </a:r>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25</a:t>
            </a:fld>
            <a:endParaRPr lang="es-ES" dirty="0"/>
          </a:p>
        </p:txBody>
      </p:sp>
    </p:spTree>
    <p:extLst>
      <p:ext uri="{BB962C8B-B14F-4D97-AF65-F5344CB8AC3E}">
        <p14:creationId xmlns:p14="http://schemas.microsoft.com/office/powerpoint/2010/main" val="438624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E56D18-6D2F-4DF1-A39A-9F4B67ECED81}"/>
              </a:ext>
            </a:extLst>
          </p:cNvPr>
          <p:cNvSpPr>
            <a:spLocks noGrp="1"/>
          </p:cNvSpPr>
          <p:nvPr>
            <p:ph type="title"/>
          </p:nvPr>
        </p:nvSpPr>
        <p:spPr/>
        <p:txBody>
          <a:bodyPr/>
          <a:lstStyle/>
          <a:p>
            <a:r>
              <a:rPr lang="es-ES" dirty="0"/>
              <a:t>Revoluciones Industriales</a:t>
            </a:r>
          </a:p>
        </p:txBody>
      </p:sp>
      <p:sp>
        <p:nvSpPr>
          <p:cNvPr id="4" name="Marcador de pie de página 3">
            <a:extLst>
              <a:ext uri="{FF2B5EF4-FFF2-40B4-BE49-F238E27FC236}">
                <a16:creationId xmlns:a16="http://schemas.microsoft.com/office/drawing/2014/main" id="{24D0116E-328E-4820-A6B2-556672E4E1D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C3E99069-A994-4B7B-8286-82D2737DEE2B}"/>
              </a:ext>
            </a:extLst>
          </p:cNvPr>
          <p:cNvSpPr>
            <a:spLocks noGrp="1"/>
          </p:cNvSpPr>
          <p:nvPr>
            <p:ph type="sldNum" sz="quarter" idx="12"/>
          </p:nvPr>
        </p:nvSpPr>
        <p:spPr/>
        <p:txBody>
          <a:bodyPr/>
          <a:lstStyle/>
          <a:p>
            <a:fld id="{DD78B9B0-B568-4B7D-A141-3C843B6BAC7A}" type="slidenum">
              <a:rPr lang="es-ES" smtClean="0"/>
              <a:pPr/>
              <a:t>26</a:t>
            </a:fld>
            <a:endParaRPr lang="es-ES" dirty="0"/>
          </a:p>
        </p:txBody>
      </p:sp>
      <p:pic>
        <p:nvPicPr>
          <p:cNvPr id="7" name="Imagen 6">
            <a:extLst>
              <a:ext uri="{FF2B5EF4-FFF2-40B4-BE49-F238E27FC236}">
                <a16:creationId xmlns:a16="http://schemas.microsoft.com/office/drawing/2014/main" id="{4EE65CC0-F426-4CCC-8431-0FF115EBF0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1578" y="668618"/>
            <a:ext cx="8993163" cy="4064910"/>
          </a:xfrm>
          <a:prstGeom prst="rect">
            <a:avLst/>
          </a:prstGeom>
        </p:spPr>
      </p:pic>
      <p:graphicFrame>
        <p:nvGraphicFramePr>
          <p:cNvPr id="8" name="Diagrama 7">
            <a:extLst>
              <a:ext uri="{FF2B5EF4-FFF2-40B4-BE49-F238E27FC236}">
                <a16:creationId xmlns:a16="http://schemas.microsoft.com/office/drawing/2014/main" id="{6A2AE9FC-3711-4256-95E1-AB129E3C1379}"/>
              </a:ext>
            </a:extLst>
          </p:cNvPr>
          <p:cNvGraphicFramePr/>
          <p:nvPr>
            <p:extLst>
              <p:ext uri="{D42A27DB-BD31-4B8C-83A1-F6EECF244321}">
                <p14:modId xmlns:p14="http://schemas.microsoft.com/office/powerpoint/2010/main" val="898628810"/>
              </p:ext>
            </p:extLst>
          </p:nvPr>
        </p:nvGraphicFramePr>
        <p:xfrm>
          <a:off x="1231577" y="4733528"/>
          <a:ext cx="8993163" cy="1404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75346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6C4132-BD51-4D02-A8A0-BADE3C53426B}"/>
              </a:ext>
            </a:extLst>
          </p:cNvPr>
          <p:cNvSpPr>
            <a:spLocks noGrp="1"/>
          </p:cNvSpPr>
          <p:nvPr>
            <p:ph type="title"/>
          </p:nvPr>
        </p:nvSpPr>
        <p:spPr/>
        <p:txBody>
          <a:bodyPr/>
          <a:lstStyle/>
          <a:p>
            <a:r>
              <a:rPr lang="es-ES" dirty="0"/>
              <a:t>3º Revolución Industrial</a:t>
            </a:r>
          </a:p>
        </p:txBody>
      </p:sp>
      <p:sp>
        <p:nvSpPr>
          <p:cNvPr id="3" name="Marcador de contenido 2">
            <a:extLst>
              <a:ext uri="{FF2B5EF4-FFF2-40B4-BE49-F238E27FC236}">
                <a16:creationId xmlns:a16="http://schemas.microsoft.com/office/drawing/2014/main" id="{7BDF8FAA-7A5D-4BDD-B9EA-6A8C31B485FF}"/>
              </a:ext>
            </a:extLst>
          </p:cNvPr>
          <p:cNvSpPr>
            <a:spLocks noGrp="1"/>
          </p:cNvSpPr>
          <p:nvPr>
            <p:ph idx="1"/>
          </p:nvPr>
        </p:nvSpPr>
        <p:spPr/>
        <p:txBody>
          <a:bodyPr/>
          <a:lstStyle/>
          <a:p>
            <a:pPr>
              <a:buNone/>
            </a:pPr>
            <a:r>
              <a:rPr lang="es-ES" altLang="es-ES" b="1" i="1" dirty="0">
                <a:solidFill>
                  <a:srgbClr val="000099"/>
                </a:solidFill>
              </a:rPr>
              <a:t>TECNOLOGÍAS DE LA INFORMACIÓN Y LA COMUNICACIÓN (TIC): ¿Qué son?</a:t>
            </a:r>
          </a:p>
          <a:p>
            <a:pPr>
              <a:buNone/>
            </a:pPr>
            <a:r>
              <a:rPr lang="es-ES" altLang="es-ES" i="1" dirty="0"/>
              <a:t>      Conjunto de avances tecnológicos que nos proporcionan </a:t>
            </a:r>
            <a:r>
              <a:rPr lang="es-ES" altLang="es-ES" b="1" i="1" dirty="0"/>
              <a:t>información</a:t>
            </a:r>
            <a:r>
              <a:rPr lang="es-ES" altLang="es-ES" i="1" dirty="0"/>
              <a:t>, herramientas para su </a:t>
            </a:r>
            <a:r>
              <a:rPr lang="es-ES" altLang="es-ES" b="1" i="1" dirty="0"/>
              <a:t>proceso </a:t>
            </a:r>
            <a:r>
              <a:rPr lang="es-ES" altLang="es-ES" i="1" dirty="0"/>
              <a:t>y canales de </a:t>
            </a:r>
            <a:r>
              <a:rPr lang="es-ES" altLang="es-ES" b="1" i="1" dirty="0"/>
              <a:t>comunicación</a:t>
            </a:r>
            <a:r>
              <a:rPr lang="es-ES" altLang="es-ES" i="1" dirty="0"/>
              <a:t>.</a:t>
            </a:r>
          </a:p>
          <a:p>
            <a:pPr marL="0" indent="0">
              <a:buNone/>
            </a:pPr>
            <a:endParaRPr lang="es-ES" dirty="0"/>
          </a:p>
        </p:txBody>
      </p:sp>
      <p:sp>
        <p:nvSpPr>
          <p:cNvPr id="4" name="Marcador de pie de página 3">
            <a:extLst>
              <a:ext uri="{FF2B5EF4-FFF2-40B4-BE49-F238E27FC236}">
                <a16:creationId xmlns:a16="http://schemas.microsoft.com/office/drawing/2014/main" id="{BF1F9735-3CAB-471D-AC68-C4F5E4231FC2}"/>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E6A306F-DEF9-445B-9EC4-53E27F703E1F}"/>
              </a:ext>
            </a:extLst>
          </p:cNvPr>
          <p:cNvSpPr>
            <a:spLocks noGrp="1"/>
          </p:cNvSpPr>
          <p:nvPr>
            <p:ph type="sldNum" sz="quarter" idx="12"/>
          </p:nvPr>
        </p:nvSpPr>
        <p:spPr/>
        <p:txBody>
          <a:bodyPr/>
          <a:lstStyle/>
          <a:p>
            <a:fld id="{DD78B9B0-B568-4B7D-A141-3C843B6BAC7A}" type="slidenum">
              <a:rPr lang="es-ES" smtClean="0"/>
              <a:pPr/>
              <a:t>27</a:t>
            </a:fld>
            <a:endParaRPr lang="es-ES" dirty="0"/>
          </a:p>
        </p:txBody>
      </p:sp>
      <p:graphicFrame>
        <p:nvGraphicFramePr>
          <p:cNvPr id="7" name="Diagrama 6">
            <a:extLst>
              <a:ext uri="{FF2B5EF4-FFF2-40B4-BE49-F238E27FC236}">
                <a16:creationId xmlns:a16="http://schemas.microsoft.com/office/drawing/2014/main" id="{D7A790C4-9C68-442C-B204-5F7A3E778B8F}"/>
              </a:ext>
            </a:extLst>
          </p:cNvPr>
          <p:cNvGraphicFramePr/>
          <p:nvPr>
            <p:extLst>
              <p:ext uri="{D42A27DB-BD31-4B8C-83A1-F6EECF244321}">
                <p14:modId xmlns:p14="http://schemas.microsoft.com/office/powerpoint/2010/main" val="2247789125"/>
              </p:ext>
            </p:extLst>
          </p:nvPr>
        </p:nvGraphicFramePr>
        <p:xfrm>
          <a:off x="2847840" y="2089486"/>
          <a:ext cx="5760640" cy="4086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3040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C3E91A-C587-43E7-B35E-3485A9A25244}"/>
              </a:ext>
            </a:extLst>
          </p:cNvPr>
          <p:cNvSpPr>
            <a:spLocks noGrp="1"/>
          </p:cNvSpPr>
          <p:nvPr>
            <p:ph type="title"/>
          </p:nvPr>
        </p:nvSpPr>
        <p:spPr/>
        <p:txBody>
          <a:bodyPr/>
          <a:lstStyle/>
          <a:p>
            <a:r>
              <a:rPr lang="es-ES" dirty="0"/>
              <a:t>3º Revolución Industrial</a:t>
            </a:r>
          </a:p>
        </p:txBody>
      </p:sp>
      <p:sp>
        <p:nvSpPr>
          <p:cNvPr id="4" name="Marcador de pie de página 3">
            <a:extLst>
              <a:ext uri="{FF2B5EF4-FFF2-40B4-BE49-F238E27FC236}">
                <a16:creationId xmlns:a16="http://schemas.microsoft.com/office/drawing/2014/main" id="{29DE8D5D-E00E-4F1B-B21A-F500C02BBF4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09F61CF-42F8-4EBF-8436-2424A10EF833}"/>
              </a:ext>
            </a:extLst>
          </p:cNvPr>
          <p:cNvSpPr>
            <a:spLocks noGrp="1"/>
          </p:cNvSpPr>
          <p:nvPr>
            <p:ph type="sldNum" sz="quarter" idx="12"/>
          </p:nvPr>
        </p:nvSpPr>
        <p:spPr/>
        <p:txBody>
          <a:bodyPr/>
          <a:lstStyle/>
          <a:p>
            <a:fld id="{DD78B9B0-B568-4B7D-A141-3C843B6BAC7A}" type="slidenum">
              <a:rPr lang="es-ES" smtClean="0"/>
              <a:pPr/>
              <a:t>28</a:t>
            </a:fld>
            <a:endParaRPr lang="es-ES" dirty="0"/>
          </a:p>
        </p:txBody>
      </p:sp>
      <p:sp>
        <p:nvSpPr>
          <p:cNvPr id="26" name="AutoShape 8">
            <a:extLst>
              <a:ext uri="{FF2B5EF4-FFF2-40B4-BE49-F238E27FC236}">
                <a16:creationId xmlns:a16="http://schemas.microsoft.com/office/drawing/2014/main" id="{ADB96159-6FEF-4DDB-98B6-F3ABD4B27924}"/>
              </a:ext>
            </a:extLst>
          </p:cNvPr>
          <p:cNvSpPr>
            <a:spLocks noChangeArrowheads="1"/>
          </p:cNvSpPr>
          <p:nvPr/>
        </p:nvSpPr>
        <p:spPr bwMode="auto">
          <a:xfrm>
            <a:off x="764771" y="5040194"/>
            <a:ext cx="3603075" cy="1218412"/>
          </a:xfrm>
          <a:prstGeom prst="roundRect">
            <a:avLst>
              <a:gd name="adj" fmla="val 22083"/>
            </a:avLst>
          </a:prstGeom>
          <a:solidFill>
            <a:schemeClr val="bg2"/>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_tradnl" dirty="0">
                <a:ln w="0">
                  <a:noFill/>
                </a:ln>
                <a:solidFill>
                  <a:schemeClr val="tx1"/>
                </a:solidFill>
              </a:rPr>
              <a:t>Economía:</a:t>
            </a:r>
          </a:p>
          <a:p>
            <a:pPr algn="ctr">
              <a:defRPr/>
            </a:pPr>
            <a:r>
              <a:rPr lang="es-ES_tradnl" dirty="0">
                <a:ln w="0">
                  <a:noFill/>
                </a:ln>
                <a:solidFill>
                  <a:schemeClr val="tx1"/>
                </a:solidFill>
              </a:rPr>
              <a:t>Globalización</a:t>
            </a:r>
          </a:p>
          <a:p>
            <a:pPr algn="ctr">
              <a:defRPr/>
            </a:pPr>
            <a:r>
              <a:rPr lang="es-ES_tradnl" dirty="0">
                <a:ln w="0">
                  <a:noFill/>
                </a:ln>
                <a:solidFill>
                  <a:schemeClr val="tx1"/>
                </a:solidFill>
              </a:rPr>
              <a:t>Nuevas Reglas </a:t>
            </a:r>
            <a:r>
              <a:rPr lang="es-ES_tradnl" dirty="0">
                <a:ln w="0">
                  <a:noFill/>
                </a:ln>
                <a:solidFill>
                  <a:schemeClr val="tx1"/>
                </a:solidFill>
                <a:sym typeface="Wingdings" panose="05000000000000000000" pitchFamily="2" charset="2"/>
              </a:rPr>
              <a:t> Nueva economí</a:t>
            </a:r>
            <a:r>
              <a:rPr lang="es-ES_tradnl" dirty="0">
                <a:ln w="0">
                  <a:noFill/>
                </a:ln>
                <a:solidFill>
                  <a:schemeClr val="tx2"/>
                </a:solidFill>
                <a:sym typeface="Wingdings" panose="05000000000000000000" pitchFamily="2" charset="2"/>
              </a:rPr>
              <a:t>a</a:t>
            </a:r>
            <a:endParaRPr lang="es-ES_tradnl" dirty="0">
              <a:ln w="0">
                <a:noFill/>
              </a:ln>
              <a:solidFill>
                <a:schemeClr val="tx2"/>
              </a:solidFill>
              <a:latin typeface="Corbel" panose="020B0503020204020204" pitchFamily="34" charset="0"/>
            </a:endParaRPr>
          </a:p>
        </p:txBody>
      </p:sp>
      <p:pic>
        <p:nvPicPr>
          <p:cNvPr id="31" name="Imagen 30">
            <a:extLst>
              <a:ext uri="{FF2B5EF4-FFF2-40B4-BE49-F238E27FC236}">
                <a16:creationId xmlns:a16="http://schemas.microsoft.com/office/drawing/2014/main" id="{BB37383A-38A9-46B6-87F2-A8E2840895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1374" y="4604548"/>
            <a:ext cx="2438400" cy="1776984"/>
          </a:xfrm>
          <a:prstGeom prst="rect">
            <a:avLst/>
          </a:prstGeom>
        </p:spPr>
      </p:pic>
      <p:sp>
        <p:nvSpPr>
          <p:cNvPr id="32" name="AutoShape 8">
            <a:extLst>
              <a:ext uri="{FF2B5EF4-FFF2-40B4-BE49-F238E27FC236}">
                <a16:creationId xmlns:a16="http://schemas.microsoft.com/office/drawing/2014/main" id="{EE02720C-2EE6-4138-B7B1-747122418C5D}"/>
              </a:ext>
            </a:extLst>
          </p:cNvPr>
          <p:cNvSpPr>
            <a:spLocks noChangeArrowheads="1"/>
          </p:cNvSpPr>
          <p:nvPr/>
        </p:nvSpPr>
        <p:spPr bwMode="auto">
          <a:xfrm>
            <a:off x="764768" y="3002486"/>
            <a:ext cx="3603075" cy="1218412"/>
          </a:xfrm>
          <a:prstGeom prst="roundRect">
            <a:avLst>
              <a:gd name="adj" fmla="val 22083"/>
            </a:avLst>
          </a:prstGeom>
          <a:solidFill>
            <a:schemeClr val="bg1">
              <a:lumMod val="95000"/>
            </a:schemeClr>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 dirty="0">
                <a:ln w="0">
                  <a:noFill/>
                </a:ln>
                <a:solidFill>
                  <a:schemeClr val="tx1"/>
                </a:solidFill>
              </a:rPr>
              <a:t>Sociedad Post-Industrial</a:t>
            </a:r>
            <a:br>
              <a:rPr lang="es-ES" dirty="0">
                <a:ln w="0">
                  <a:noFill/>
                </a:ln>
                <a:solidFill>
                  <a:schemeClr val="tx1"/>
                </a:solidFill>
              </a:rPr>
            </a:br>
            <a:r>
              <a:rPr lang="es-ES" dirty="0">
                <a:ln w="0">
                  <a:noFill/>
                </a:ln>
                <a:solidFill>
                  <a:schemeClr val="tx1"/>
                </a:solidFill>
              </a:rPr>
              <a:t>Sociedad Post/moderna</a:t>
            </a:r>
          </a:p>
        </p:txBody>
      </p:sp>
      <p:sp>
        <p:nvSpPr>
          <p:cNvPr id="33" name="AutoShape 8">
            <a:extLst>
              <a:ext uri="{FF2B5EF4-FFF2-40B4-BE49-F238E27FC236}">
                <a16:creationId xmlns:a16="http://schemas.microsoft.com/office/drawing/2014/main" id="{24E74AE1-215B-41D7-9EF4-4DB3FF41C66F}"/>
              </a:ext>
            </a:extLst>
          </p:cNvPr>
          <p:cNvSpPr>
            <a:spLocks noChangeArrowheads="1"/>
          </p:cNvSpPr>
          <p:nvPr/>
        </p:nvSpPr>
        <p:spPr bwMode="auto">
          <a:xfrm>
            <a:off x="764769" y="964779"/>
            <a:ext cx="3603075" cy="1218412"/>
          </a:xfrm>
          <a:prstGeom prst="roundRect">
            <a:avLst>
              <a:gd name="adj" fmla="val 22083"/>
            </a:avLst>
          </a:prstGeom>
          <a:solidFill>
            <a:schemeClr val="bg1">
              <a:lumMod val="85000"/>
            </a:schemeClr>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_tradnl" dirty="0">
                <a:ln w="0">
                  <a:noFill/>
                </a:ln>
                <a:solidFill>
                  <a:schemeClr val="tx1"/>
                </a:solidFill>
              </a:rPr>
              <a:t>Revolución Tecnológica</a:t>
            </a:r>
          </a:p>
          <a:p>
            <a:pPr algn="ctr">
              <a:defRPr/>
            </a:pPr>
            <a:r>
              <a:rPr lang="es-ES_tradnl" dirty="0">
                <a:ln w="0">
                  <a:noFill/>
                </a:ln>
                <a:solidFill>
                  <a:schemeClr val="tx1"/>
                </a:solidFill>
              </a:rPr>
              <a:t>- digitalización</a:t>
            </a:r>
          </a:p>
          <a:p>
            <a:pPr algn="ctr">
              <a:defRPr/>
            </a:pPr>
            <a:r>
              <a:rPr lang="es-ES_tradnl" dirty="0">
                <a:ln w="0">
                  <a:noFill/>
                </a:ln>
                <a:solidFill>
                  <a:schemeClr val="tx1"/>
                </a:solidFill>
              </a:rPr>
              <a:t>- convergencia</a:t>
            </a:r>
          </a:p>
        </p:txBody>
      </p:sp>
      <p:sp>
        <p:nvSpPr>
          <p:cNvPr id="34" name="AutoShape 8">
            <a:extLst>
              <a:ext uri="{FF2B5EF4-FFF2-40B4-BE49-F238E27FC236}">
                <a16:creationId xmlns:a16="http://schemas.microsoft.com/office/drawing/2014/main" id="{50408C71-A92E-4659-8638-B3EF22D6367E}"/>
              </a:ext>
            </a:extLst>
          </p:cNvPr>
          <p:cNvSpPr>
            <a:spLocks noChangeArrowheads="1"/>
          </p:cNvSpPr>
          <p:nvPr/>
        </p:nvSpPr>
        <p:spPr bwMode="auto">
          <a:xfrm>
            <a:off x="6513976" y="3002486"/>
            <a:ext cx="3603075" cy="1218412"/>
          </a:xfrm>
          <a:prstGeom prst="roundRect">
            <a:avLst>
              <a:gd name="adj" fmla="val 22083"/>
            </a:avLst>
          </a:prstGeom>
          <a:solidFill>
            <a:schemeClr val="accent6">
              <a:lumMod val="60000"/>
              <a:lumOff val="40000"/>
            </a:schemeClr>
          </a:solidFill>
          <a:ln>
            <a:headEnd/>
            <a:tailEnd/>
          </a:ln>
        </p:spPr>
        <p:style>
          <a:lnRef idx="2">
            <a:schemeClr val="dk1"/>
          </a:lnRef>
          <a:fillRef idx="1">
            <a:schemeClr val="lt1"/>
          </a:fillRef>
          <a:effectRef idx="0">
            <a:schemeClr val="dk1"/>
          </a:effectRef>
          <a:fontRef idx="minor">
            <a:schemeClr val="dk1"/>
          </a:fontRef>
        </p:style>
        <p:txBody>
          <a:bodyPr wrap="none" anchor="ctr"/>
          <a:lstStyle/>
          <a:p>
            <a:pPr algn="ctr">
              <a:defRPr/>
            </a:pPr>
            <a:r>
              <a:rPr lang="es-ES" b="1" dirty="0">
                <a:ln w="0">
                  <a:noFill/>
                </a:ln>
                <a:solidFill>
                  <a:schemeClr val="tx1"/>
                </a:solidFill>
              </a:rPr>
              <a:t>Sociedad</a:t>
            </a:r>
          </a:p>
          <a:p>
            <a:pPr algn="ctr">
              <a:defRPr/>
            </a:pPr>
            <a:r>
              <a:rPr lang="es-ES" b="1" dirty="0">
                <a:ln w="0">
                  <a:noFill/>
                </a:ln>
                <a:solidFill>
                  <a:schemeClr val="tx1"/>
                </a:solidFill>
              </a:rPr>
              <a:t> de la Información</a:t>
            </a:r>
          </a:p>
          <a:p>
            <a:pPr algn="ctr">
              <a:defRPr/>
            </a:pPr>
            <a:r>
              <a:rPr lang="es-ES" b="1" dirty="0">
                <a:ln w="0">
                  <a:noFill/>
                </a:ln>
                <a:solidFill>
                  <a:schemeClr val="tx1"/>
                </a:solidFill>
              </a:rPr>
              <a:t>y del Conocimiento</a:t>
            </a:r>
          </a:p>
        </p:txBody>
      </p:sp>
      <p:cxnSp>
        <p:nvCxnSpPr>
          <p:cNvPr id="36" name="Conector recto de flecha 35">
            <a:extLst>
              <a:ext uri="{FF2B5EF4-FFF2-40B4-BE49-F238E27FC236}">
                <a16:creationId xmlns:a16="http://schemas.microsoft.com/office/drawing/2014/main" id="{9AC1CA9A-35BC-4DC4-9C3F-335BD082E4BB}"/>
              </a:ext>
            </a:extLst>
          </p:cNvPr>
          <p:cNvCxnSpPr>
            <a:stCxn id="33" idx="2"/>
            <a:endCxn id="32" idx="0"/>
          </p:cNvCxnSpPr>
          <p:nvPr/>
        </p:nvCxnSpPr>
        <p:spPr>
          <a:xfrm flipH="1">
            <a:off x="2566306" y="2183191"/>
            <a:ext cx="1" cy="8192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Conector recto de flecha 36">
            <a:extLst>
              <a:ext uri="{FF2B5EF4-FFF2-40B4-BE49-F238E27FC236}">
                <a16:creationId xmlns:a16="http://schemas.microsoft.com/office/drawing/2014/main" id="{75B038F3-9F7F-4871-A17F-5CDF5CBF9CFC}"/>
              </a:ext>
            </a:extLst>
          </p:cNvPr>
          <p:cNvCxnSpPr>
            <a:cxnSpLocks/>
            <a:stCxn id="26" idx="0"/>
            <a:endCxn id="32" idx="2"/>
          </p:cNvCxnSpPr>
          <p:nvPr/>
        </p:nvCxnSpPr>
        <p:spPr>
          <a:xfrm flipH="1" flipV="1">
            <a:off x="2566306" y="4220898"/>
            <a:ext cx="3" cy="81929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66" name="Conector recto 65">
            <a:extLst>
              <a:ext uri="{FF2B5EF4-FFF2-40B4-BE49-F238E27FC236}">
                <a16:creationId xmlns:a16="http://schemas.microsoft.com/office/drawing/2014/main" id="{625A55A7-AEA4-4447-9C93-2EE231CC7210}"/>
              </a:ext>
            </a:extLst>
          </p:cNvPr>
          <p:cNvCxnSpPr>
            <a:cxnSpLocks/>
          </p:cNvCxnSpPr>
          <p:nvPr/>
        </p:nvCxnSpPr>
        <p:spPr>
          <a:xfrm flipV="1">
            <a:off x="216816" y="1573985"/>
            <a:ext cx="0" cy="4075416"/>
          </a:xfrm>
          <a:prstGeom prst="line">
            <a:avLst/>
          </a:prstGeom>
        </p:spPr>
        <p:style>
          <a:lnRef idx="3">
            <a:schemeClr val="accent6"/>
          </a:lnRef>
          <a:fillRef idx="0">
            <a:schemeClr val="accent6"/>
          </a:fillRef>
          <a:effectRef idx="2">
            <a:schemeClr val="accent6"/>
          </a:effectRef>
          <a:fontRef idx="minor">
            <a:schemeClr val="tx1"/>
          </a:fontRef>
        </p:style>
      </p:cxnSp>
      <p:cxnSp>
        <p:nvCxnSpPr>
          <p:cNvPr id="68" name="Conector recto 67">
            <a:extLst>
              <a:ext uri="{FF2B5EF4-FFF2-40B4-BE49-F238E27FC236}">
                <a16:creationId xmlns:a16="http://schemas.microsoft.com/office/drawing/2014/main" id="{3D8C8D35-9DE9-4A43-B1E4-A74A215FFAEC}"/>
              </a:ext>
            </a:extLst>
          </p:cNvPr>
          <p:cNvCxnSpPr>
            <a:cxnSpLocks/>
            <a:stCxn id="33" idx="1"/>
          </p:cNvCxnSpPr>
          <p:nvPr/>
        </p:nvCxnSpPr>
        <p:spPr>
          <a:xfrm flipH="1">
            <a:off x="216816" y="1573985"/>
            <a:ext cx="547953" cy="0"/>
          </a:xfrm>
          <a:prstGeom prst="line">
            <a:avLst/>
          </a:prstGeom>
        </p:spPr>
        <p:style>
          <a:lnRef idx="3">
            <a:schemeClr val="accent4"/>
          </a:lnRef>
          <a:fillRef idx="0">
            <a:schemeClr val="accent4"/>
          </a:fillRef>
          <a:effectRef idx="2">
            <a:schemeClr val="accent4"/>
          </a:effectRef>
          <a:fontRef idx="minor">
            <a:schemeClr val="tx1"/>
          </a:fontRef>
        </p:style>
      </p:cxnSp>
      <p:cxnSp>
        <p:nvCxnSpPr>
          <p:cNvPr id="72" name="Conector recto de flecha 71">
            <a:extLst>
              <a:ext uri="{FF2B5EF4-FFF2-40B4-BE49-F238E27FC236}">
                <a16:creationId xmlns:a16="http://schemas.microsoft.com/office/drawing/2014/main" id="{5553D673-5A27-4A64-9AAF-A7684B6565E7}"/>
              </a:ext>
            </a:extLst>
          </p:cNvPr>
          <p:cNvCxnSpPr>
            <a:cxnSpLocks/>
            <a:endCxn id="26" idx="1"/>
          </p:cNvCxnSpPr>
          <p:nvPr/>
        </p:nvCxnSpPr>
        <p:spPr>
          <a:xfrm>
            <a:off x="216816" y="5649400"/>
            <a:ext cx="547955"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77" name="Cerrar llave 76">
            <a:extLst>
              <a:ext uri="{FF2B5EF4-FFF2-40B4-BE49-F238E27FC236}">
                <a16:creationId xmlns:a16="http://schemas.microsoft.com/office/drawing/2014/main" id="{DFDD0B58-41E6-406A-B271-A4C88DE3923C}"/>
              </a:ext>
            </a:extLst>
          </p:cNvPr>
          <p:cNvSpPr/>
          <p:nvPr/>
        </p:nvSpPr>
        <p:spPr>
          <a:xfrm>
            <a:off x="4986072" y="699703"/>
            <a:ext cx="1109800" cy="5735603"/>
          </a:xfrm>
          <a:prstGeom prst="rightBrace">
            <a:avLst>
              <a:gd name="adj1" fmla="val 26211"/>
              <a:gd name="adj2" fmla="val 50000"/>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s-ES"/>
          </a:p>
        </p:txBody>
      </p:sp>
      <p:pic>
        <p:nvPicPr>
          <p:cNvPr id="79" name="Gráfico 78" descr="Información">
            <a:extLst>
              <a:ext uri="{FF2B5EF4-FFF2-40B4-BE49-F238E27FC236}">
                <a16:creationId xmlns:a16="http://schemas.microsoft.com/office/drawing/2014/main" id="{2B437191-B020-4907-8B8C-C7838141673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7591374" y="1170559"/>
            <a:ext cx="1448277" cy="1448277"/>
          </a:xfrm>
          <a:prstGeom prst="rect">
            <a:avLst/>
          </a:prstGeom>
        </p:spPr>
      </p:pic>
    </p:spTree>
    <p:extLst>
      <p:ext uri="{BB962C8B-B14F-4D97-AF65-F5344CB8AC3E}">
        <p14:creationId xmlns:p14="http://schemas.microsoft.com/office/powerpoint/2010/main" val="1412461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83348AF-9AE4-4364-9FED-460A5E9711D5}"/>
              </a:ext>
            </a:extLst>
          </p:cNvPr>
          <p:cNvSpPr>
            <a:spLocks noGrp="1"/>
          </p:cNvSpPr>
          <p:nvPr>
            <p:ph type="title"/>
          </p:nvPr>
        </p:nvSpPr>
        <p:spPr/>
        <p:txBody>
          <a:bodyPr/>
          <a:lstStyle/>
          <a:p>
            <a:r>
              <a:rPr lang="es-ES" dirty="0"/>
              <a:t>4º Revolución Industrial</a:t>
            </a:r>
          </a:p>
        </p:txBody>
      </p:sp>
      <p:sp>
        <p:nvSpPr>
          <p:cNvPr id="7" name="Marcador de contenido 6">
            <a:extLst>
              <a:ext uri="{FF2B5EF4-FFF2-40B4-BE49-F238E27FC236}">
                <a16:creationId xmlns:a16="http://schemas.microsoft.com/office/drawing/2014/main" id="{7B9F311E-21F8-4B51-8BDC-5E9AD2DF7C2E}"/>
              </a:ext>
            </a:extLst>
          </p:cNvPr>
          <p:cNvSpPr>
            <a:spLocks noGrp="1"/>
          </p:cNvSpPr>
          <p:nvPr>
            <p:ph sz="half" idx="1"/>
          </p:nvPr>
        </p:nvSpPr>
        <p:spPr>
          <a:xfrm>
            <a:off x="116377" y="676299"/>
            <a:ext cx="5866412" cy="5796346"/>
          </a:xfrm>
        </p:spPr>
        <p:txBody>
          <a:bodyPr/>
          <a:lstStyle/>
          <a:p>
            <a:pPr marL="457200" indent="-457200">
              <a:defRPr/>
            </a:pPr>
            <a:r>
              <a:rPr lang="es-ES" dirty="0"/>
              <a:t>Tecnologías</a:t>
            </a:r>
          </a:p>
          <a:p>
            <a:pPr marL="914400" lvl="1" indent="-457200">
              <a:defRPr/>
            </a:pPr>
            <a:r>
              <a:rPr lang="es-ES" dirty="0"/>
              <a:t>5G</a:t>
            </a:r>
          </a:p>
          <a:p>
            <a:pPr marL="914400" lvl="1" indent="-457200">
              <a:defRPr/>
            </a:pPr>
            <a:r>
              <a:rPr lang="es-ES" dirty="0"/>
              <a:t>SMART GRIDS</a:t>
            </a:r>
          </a:p>
          <a:p>
            <a:pPr marL="914400" lvl="1" indent="-457200">
              <a:defRPr/>
            </a:pPr>
            <a:r>
              <a:rPr lang="es-ES" dirty="0"/>
              <a:t>INTERNET OF THINGS</a:t>
            </a:r>
          </a:p>
          <a:p>
            <a:pPr marL="914400" lvl="1" indent="-457200">
              <a:defRPr/>
            </a:pPr>
            <a:r>
              <a:rPr lang="es-ES" dirty="0"/>
              <a:t>ROBOTICS</a:t>
            </a:r>
          </a:p>
          <a:p>
            <a:pPr marL="914400" lvl="1" indent="-457200">
              <a:defRPr/>
            </a:pPr>
            <a:r>
              <a:rPr lang="es-ES" dirty="0"/>
              <a:t>MACHINE/DEEP LEARNING</a:t>
            </a:r>
          </a:p>
          <a:p>
            <a:pPr marL="914400" lvl="1" indent="-457200">
              <a:defRPr/>
            </a:pPr>
            <a:r>
              <a:rPr lang="es-ES" dirty="0"/>
              <a:t>E GOVERNANCE</a:t>
            </a:r>
          </a:p>
          <a:p>
            <a:pPr marL="914400" lvl="1" indent="-457200">
              <a:defRPr/>
            </a:pPr>
            <a:r>
              <a:rPr lang="es-ES" dirty="0"/>
              <a:t>ON LINE IDENTITY</a:t>
            </a:r>
          </a:p>
          <a:p>
            <a:pPr marL="914400" lvl="1" indent="-457200">
              <a:defRPr/>
            </a:pPr>
            <a:r>
              <a:rPr lang="es-ES" dirty="0"/>
              <a:t>CIBERSECURITY</a:t>
            </a:r>
          </a:p>
        </p:txBody>
      </p:sp>
      <p:sp>
        <p:nvSpPr>
          <p:cNvPr id="4" name="Marcador de pie de página 3">
            <a:extLst>
              <a:ext uri="{FF2B5EF4-FFF2-40B4-BE49-F238E27FC236}">
                <a16:creationId xmlns:a16="http://schemas.microsoft.com/office/drawing/2014/main" id="{A13BD6C0-94F1-4307-9B55-DAACE88E49A4}"/>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A182654-C181-4051-AD30-D781FF08CBBC}"/>
              </a:ext>
            </a:extLst>
          </p:cNvPr>
          <p:cNvSpPr>
            <a:spLocks noGrp="1"/>
          </p:cNvSpPr>
          <p:nvPr>
            <p:ph type="sldNum" sz="quarter" idx="12"/>
          </p:nvPr>
        </p:nvSpPr>
        <p:spPr/>
        <p:txBody>
          <a:bodyPr/>
          <a:lstStyle/>
          <a:p>
            <a:fld id="{DD78B9B0-B568-4B7D-A141-3C843B6BAC7A}" type="slidenum">
              <a:rPr lang="es-ES" smtClean="0"/>
              <a:pPr/>
              <a:t>29</a:t>
            </a:fld>
            <a:endParaRPr lang="es-ES" dirty="0"/>
          </a:p>
        </p:txBody>
      </p:sp>
      <p:pic>
        <p:nvPicPr>
          <p:cNvPr id="9" name="Marcador de contenido 8">
            <a:extLst>
              <a:ext uri="{FF2B5EF4-FFF2-40B4-BE49-F238E27FC236}">
                <a16:creationId xmlns:a16="http://schemas.microsoft.com/office/drawing/2014/main" id="{955228D8-07FD-4736-91AB-3E4243F85325}"/>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75233"/>
          <a:stretch/>
        </p:blipFill>
        <p:spPr>
          <a:xfrm>
            <a:off x="9199659" y="716273"/>
            <a:ext cx="2140285" cy="3906062"/>
          </a:xfrm>
          <a:prstGeom prst="rect">
            <a:avLst/>
          </a:prstGeom>
        </p:spPr>
      </p:pic>
    </p:spTree>
    <p:extLst>
      <p:ext uri="{BB962C8B-B14F-4D97-AF65-F5344CB8AC3E}">
        <p14:creationId xmlns:p14="http://schemas.microsoft.com/office/powerpoint/2010/main" val="25141300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DA4282-8A62-4A9D-90F4-4ADBF3BC3D22}"/>
              </a:ext>
            </a:extLst>
          </p:cNvPr>
          <p:cNvSpPr>
            <a:spLocks noGrp="1"/>
          </p:cNvSpPr>
          <p:nvPr>
            <p:ph type="title"/>
          </p:nvPr>
        </p:nvSpPr>
        <p:spPr/>
        <p:txBody>
          <a:bodyPr/>
          <a:lstStyle/>
          <a:p>
            <a:r>
              <a:rPr lang="es-ES" dirty="0"/>
              <a:t>4º Revolución Industrial</a:t>
            </a:r>
          </a:p>
        </p:txBody>
      </p:sp>
      <p:sp>
        <p:nvSpPr>
          <p:cNvPr id="3" name="Marcador de contenido 2">
            <a:extLst>
              <a:ext uri="{FF2B5EF4-FFF2-40B4-BE49-F238E27FC236}">
                <a16:creationId xmlns:a16="http://schemas.microsoft.com/office/drawing/2014/main" id="{A42CA896-B040-4473-A5DF-DFBD4B339D6A}"/>
              </a:ext>
            </a:extLst>
          </p:cNvPr>
          <p:cNvSpPr>
            <a:spLocks noGrp="1"/>
          </p:cNvSpPr>
          <p:nvPr>
            <p:ph idx="1"/>
          </p:nvPr>
        </p:nvSpPr>
        <p:spPr>
          <a:xfrm>
            <a:off x="764771" y="681644"/>
            <a:ext cx="11338559" cy="5702531"/>
          </a:xfrm>
        </p:spPr>
        <p:txBody>
          <a:bodyPr/>
          <a:lstStyle/>
          <a:p>
            <a:pPr marL="0" indent="0" algn="ctr">
              <a:buNone/>
            </a:pPr>
            <a:r>
              <a:rPr lang="es-ES" dirty="0"/>
              <a:t>Las TIC son un sector estratégico en la sociedad actual: e-banca, e-comercio, e-correo, e-administración, e-salud, e-educación, e-democracia, ...</a:t>
            </a:r>
          </a:p>
          <a:p>
            <a:pPr marL="0" indent="0">
              <a:buNone/>
            </a:pPr>
            <a:endParaRPr lang="es-ES" dirty="0"/>
          </a:p>
          <a:p>
            <a:endParaRPr lang="es-ES" dirty="0"/>
          </a:p>
          <a:p>
            <a:pPr marL="0" indent="0">
              <a:buNone/>
            </a:pPr>
            <a:r>
              <a:rPr lang="es-ES" dirty="0"/>
              <a:t>Las TIC tienen sintaxis pero no semántica:</a:t>
            </a:r>
          </a:p>
          <a:p>
            <a:pPr marL="0" indent="0">
              <a:buNone/>
            </a:pPr>
            <a:endParaRPr lang="es-ES" dirty="0"/>
          </a:p>
        </p:txBody>
      </p:sp>
      <p:sp>
        <p:nvSpPr>
          <p:cNvPr id="4" name="Marcador de pie de página 3">
            <a:extLst>
              <a:ext uri="{FF2B5EF4-FFF2-40B4-BE49-F238E27FC236}">
                <a16:creationId xmlns:a16="http://schemas.microsoft.com/office/drawing/2014/main" id="{92260F27-4289-4D43-B4E3-08AD02CF7F5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47854AE8-DDE7-4FCF-9035-FB1D2A657E96}"/>
              </a:ext>
            </a:extLst>
          </p:cNvPr>
          <p:cNvSpPr>
            <a:spLocks noGrp="1"/>
          </p:cNvSpPr>
          <p:nvPr>
            <p:ph type="sldNum" sz="quarter" idx="12"/>
          </p:nvPr>
        </p:nvSpPr>
        <p:spPr/>
        <p:txBody>
          <a:bodyPr/>
          <a:lstStyle/>
          <a:p>
            <a:fld id="{DD78B9B0-B568-4B7D-A141-3C843B6BAC7A}" type="slidenum">
              <a:rPr lang="es-ES" smtClean="0"/>
              <a:pPr/>
              <a:t>30</a:t>
            </a:fld>
            <a:endParaRPr lang="es-ES" dirty="0"/>
          </a:p>
        </p:txBody>
      </p:sp>
      <p:graphicFrame>
        <p:nvGraphicFramePr>
          <p:cNvPr id="6" name="Tabla 5">
            <a:extLst>
              <a:ext uri="{FF2B5EF4-FFF2-40B4-BE49-F238E27FC236}">
                <a16:creationId xmlns:a16="http://schemas.microsoft.com/office/drawing/2014/main" id="{243F199B-E54E-4060-9BEC-A10592A0C358}"/>
              </a:ext>
            </a:extLst>
          </p:cNvPr>
          <p:cNvGraphicFramePr>
            <a:graphicFrameLocks noGrp="1"/>
          </p:cNvGraphicFramePr>
          <p:nvPr>
            <p:extLst>
              <p:ext uri="{D42A27DB-BD31-4B8C-83A1-F6EECF244321}">
                <p14:modId xmlns:p14="http://schemas.microsoft.com/office/powerpoint/2010/main" val="3183330320"/>
              </p:ext>
            </p:extLst>
          </p:nvPr>
        </p:nvGraphicFramePr>
        <p:xfrm>
          <a:off x="2045853" y="1673823"/>
          <a:ext cx="8128000" cy="370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69689516"/>
                    </a:ext>
                  </a:extLst>
                </a:gridCol>
                <a:gridCol w="4064000">
                  <a:extLst>
                    <a:ext uri="{9D8B030D-6E8A-4147-A177-3AD203B41FA5}">
                      <a16:colId xmlns:a16="http://schemas.microsoft.com/office/drawing/2014/main" val="4265437987"/>
                    </a:ext>
                  </a:extLst>
                </a:gridCol>
              </a:tblGrid>
              <a:tr h="370840">
                <a:tc>
                  <a:txBody>
                    <a:bodyPr/>
                    <a:lstStyle/>
                    <a:p>
                      <a:pPr algn="ctr"/>
                      <a:r>
                        <a:rPr lang="es-ES" dirty="0">
                          <a:solidFill>
                            <a:schemeClr val="tx1"/>
                          </a:solidFill>
                        </a:rPr>
                        <a:t>Algoritmos y banca</a:t>
                      </a:r>
                    </a:p>
                  </a:txBody>
                  <a:tcPr>
                    <a:solidFill>
                      <a:schemeClr val="accent5">
                        <a:lumMod val="60000"/>
                        <a:lumOff val="40000"/>
                      </a:schemeClr>
                    </a:solidFill>
                  </a:tcPr>
                </a:tc>
                <a:tc>
                  <a:txBody>
                    <a:bodyPr/>
                    <a:lstStyle/>
                    <a:p>
                      <a:pPr algn="ctr"/>
                      <a:r>
                        <a:rPr lang="es-ES" dirty="0">
                          <a:solidFill>
                            <a:schemeClr val="tx1"/>
                          </a:solidFill>
                        </a:rPr>
                        <a:t>Vida cotidiana</a:t>
                      </a:r>
                    </a:p>
                  </a:txBody>
                  <a:tcPr>
                    <a:solidFill>
                      <a:schemeClr val="accent5">
                        <a:lumMod val="60000"/>
                        <a:lumOff val="40000"/>
                      </a:schemeClr>
                    </a:solidFill>
                  </a:tcPr>
                </a:tc>
                <a:extLst>
                  <a:ext uri="{0D108BD9-81ED-4DB2-BD59-A6C34878D82A}">
                    <a16:rowId xmlns:a16="http://schemas.microsoft.com/office/drawing/2014/main" val="889193639"/>
                  </a:ext>
                </a:extLst>
              </a:tr>
            </a:tbl>
          </a:graphicData>
        </a:graphic>
      </p:graphicFrame>
      <p:graphicFrame>
        <p:nvGraphicFramePr>
          <p:cNvPr id="7" name="Tabla 6">
            <a:extLst>
              <a:ext uri="{FF2B5EF4-FFF2-40B4-BE49-F238E27FC236}">
                <a16:creationId xmlns:a16="http://schemas.microsoft.com/office/drawing/2014/main" id="{C29C2C85-A528-4A01-8398-5792E36A1B9C}"/>
              </a:ext>
            </a:extLst>
          </p:cNvPr>
          <p:cNvGraphicFramePr>
            <a:graphicFrameLocks noGrp="1"/>
          </p:cNvGraphicFramePr>
          <p:nvPr>
            <p:extLst>
              <p:ext uri="{D42A27DB-BD31-4B8C-83A1-F6EECF244321}">
                <p14:modId xmlns:p14="http://schemas.microsoft.com/office/powerpoint/2010/main" val="823704303"/>
              </p:ext>
            </p:extLst>
          </p:nvPr>
        </p:nvGraphicFramePr>
        <p:xfrm>
          <a:off x="2032000" y="3710682"/>
          <a:ext cx="8128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69689516"/>
                    </a:ext>
                  </a:extLst>
                </a:gridCol>
                <a:gridCol w="4064000">
                  <a:extLst>
                    <a:ext uri="{9D8B030D-6E8A-4147-A177-3AD203B41FA5}">
                      <a16:colId xmlns:a16="http://schemas.microsoft.com/office/drawing/2014/main" val="4265437987"/>
                    </a:ext>
                  </a:extLst>
                </a:gridCol>
              </a:tblGrid>
              <a:tr h="370840">
                <a:tc>
                  <a:txBody>
                    <a:bodyPr/>
                    <a:lstStyle/>
                    <a:p>
                      <a:pPr algn="ctr"/>
                      <a:r>
                        <a:rPr lang="es-ES" dirty="0">
                          <a:solidFill>
                            <a:schemeClr val="tx1"/>
                          </a:solidFill>
                        </a:rPr>
                        <a:t>Defraudar</a:t>
                      </a:r>
                    </a:p>
                  </a:txBody>
                  <a:tcPr>
                    <a:solidFill>
                      <a:schemeClr val="accent5">
                        <a:lumMod val="20000"/>
                        <a:lumOff val="80000"/>
                      </a:schemeClr>
                    </a:solidFill>
                  </a:tcPr>
                </a:tc>
                <a:tc>
                  <a:txBody>
                    <a:bodyPr/>
                    <a:lstStyle/>
                    <a:p>
                      <a:pPr algn="ctr"/>
                      <a:r>
                        <a:rPr lang="es-ES" dirty="0">
                          <a:solidFill>
                            <a:schemeClr val="tx1"/>
                          </a:solidFill>
                        </a:rPr>
                        <a:t>Prevenir fraude</a:t>
                      </a:r>
                    </a:p>
                  </a:txBody>
                  <a:tcPr>
                    <a:solidFill>
                      <a:schemeClr val="accent5">
                        <a:lumMod val="20000"/>
                        <a:lumOff val="80000"/>
                      </a:schemeClr>
                    </a:solidFill>
                  </a:tcPr>
                </a:tc>
                <a:extLst>
                  <a:ext uri="{0D108BD9-81ED-4DB2-BD59-A6C34878D82A}">
                    <a16:rowId xmlns:a16="http://schemas.microsoft.com/office/drawing/2014/main" val="889193639"/>
                  </a:ext>
                </a:extLst>
              </a:tr>
              <a:tr h="370840">
                <a:tc>
                  <a:txBody>
                    <a:bodyPr/>
                    <a:lstStyle/>
                    <a:p>
                      <a:pPr algn="ctr"/>
                      <a:r>
                        <a:rPr lang="es-ES" b="1" dirty="0">
                          <a:solidFill>
                            <a:schemeClr val="tx1"/>
                          </a:solidFill>
                        </a:rPr>
                        <a:t>Vulnerar derechos</a:t>
                      </a:r>
                    </a:p>
                  </a:txBody>
                  <a:tcPr>
                    <a:solidFill>
                      <a:schemeClr val="accent5">
                        <a:lumMod val="20000"/>
                        <a:lumOff val="80000"/>
                      </a:schemeClr>
                    </a:solidFill>
                  </a:tcPr>
                </a:tc>
                <a:tc>
                  <a:txBody>
                    <a:bodyPr/>
                    <a:lstStyle/>
                    <a:p>
                      <a:pPr algn="ctr"/>
                      <a:r>
                        <a:rPr lang="es-ES" b="1" dirty="0">
                          <a:solidFill>
                            <a:schemeClr val="tx1"/>
                          </a:solidFill>
                        </a:rPr>
                        <a:t>Prevenir fraude</a:t>
                      </a:r>
                    </a:p>
                  </a:txBody>
                  <a:tcPr>
                    <a:solidFill>
                      <a:schemeClr val="accent5">
                        <a:lumMod val="20000"/>
                        <a:lumOff val="80000"/>
                      </a:schemeClr>
                    </a:solidFill>
                  </a:tcPr>
                </a:tc>
                <a:extLst>
                  <a:ext uri="{0D108BD9-81ED-4DB2-BD59-A6C34878D82A}">
                    <a16:rowId xmlns:a16="http://schemas.microsoft.com/office/drawing/2014/main" val="1783998115"/>
                  </a:ext>
                </a:extLst>
              </a:tr>
            </a:tbl>
          </a:graphicData>
        </a:graphic>
      </p:graphicFrame>
    </p:spTree>
    <p:extLst>
      <p:ext uri="{BB962C8B-B14F-4D97-AF65-F5344CB8AC3E}">
        <p14:creationId xmlns:p14="http://schemas.microsoft.com/office/powerpoint/2010/main" val="42451743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69E1C4-E7A8-455A-B516-BAFA37E551E2}"/>
              </a:ext>
            </a:extLst>
          </p:cNvPr>
          <p:cNvSpPr>
            <a:spLocks noGrp="1"/>
          </p:cNvSpPr>
          <p:nvPr>
            <p:ph type="title"/>
          </p:nvPr>
        </p:nvSpPr>
        <p:spPr/>
        <p:txBody>
          <a:bodyPr/>
          <a:lstStyle/>
          <a:p>
            <a:r>
              <a:rPr lang="es-ES" dirty="0"/>
              <a:t>4º Revolución Industrial</a:t>
            </a:r>
          </a:p>
        </p:txBody>
      </p:sp>
      <p:sp>
        <p:nvSpPr>
          <p:cNvPr id="4" name="Marcador de pie de página 3">
            <a:extLst>
              <a:ext uri="{FF2B5EF4-FFF2-40B4-BE49-F238E27FC236}">
                <a16:creationId xmlns:a16="http://schemas.microsoft.com/office/drawing/2014/main" id="{70A70AB0-8405-4EDF-9CDB-D1139AECAC31}"/>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CFAD2F72-DD0A-4D24-B4B2-9229318D0831}"/>
              </a:ext>
            </a:extLst>
          </p:cNvPr>
          <p:cNvSpPr>
            <a:spLocks noGrp="1"/>
          </p:cNvSpPr>
          <p:nvPr>
            <p:ph type="sldNum" sz="quarter" idx="12"/>
          </p:nvPr>
        </p:nvSpPr>
        <p:spPr/>
        <p:txBody>
          <a:bodyPr/>
          <a:lstStyle/>
          <a:p>
            <a:fld id="{DD78B9B0-B568-4B7D-A141-3C843B6BAC7A}" type="slidenum">
              <a:rPr lang="es-ES" smtClean="0"/>
              <a:pPr/>
              <a:t>31</a:t>
            </a:fld>
            <a:endParaRPr lang="es-ES" dirty="0"/>
          </a:p>
        </p:txBody>
      </p:sp>
      <p:graphicFrame>
        <p:nvGraphicFramePr>
          <p:cNvPr id="7" name="Tabla 6">
            <a:extLst>
              <a:ext uri="{FF2B5EF4-FFF2-40B4-BE49-F238E27FC236}">
                <a16:creationId xmlns:a16="http://schemas.microsoft.com/office/drawing/2014/main" id="{291DE8D0-3192-42F2-B21A-1431FCE67BB7}"/>
              </a:ext>
            </a:extLst>
          </p:cNvPr>
          <p:cNvGraphicFramePr>
            <a:graphicFrameLocks noGrp="1"/>
          </p:cNvGraphicFramePr>
          <p:nvPr>
            <p:extLst>
              <p:ext uri="{D42A27DB-BD31-4B8C-83A1-F6EECF244321}">
                <p14:modId xmlns:p14="http://schemas.microsoft.com/office/powerpoint/2010/main" val="1076077345"/>
              </p:ext>
            </p:extLst>
          </p:nvPr>
        </p:nvGraphicFramePr>
        <p:xfrm>
          <a:off x="116376" y="719666"/>
          <a:ext cx="11986956" cy="3967993"/>
        </p:xfrm>
        <a:graphic>
          <a:graphicData uri="http://schemas.openxmlformats.org/drawingml/2006/table">
            <a:tbl>
              <a:tblPr firstRow="1" bandRow="1">
                <a:tableStyleId>{5C22544A-7EE6-4342-B048-85BDC9FD1C3A}</a:tableStyleId>
              </a:tblPr>
              <a:tblGrid>
                <a:gridCol w="5993478">
                  <a:extLst>
                    <a:ext uri="{9D8B030D-6E8A-4147-A177-3AD203B41FA5}">
                      <a16:colId xmlns:a16="http://schemas.microsoft.com/office/drawing/2014/main" val="417615693"/>
                    </a:ext>
                  </a:extLst>
                </a:gridCol>
                <a:gridCol w="5993478">
                  <a:extLst>
                    <a:ext uri="{9D8B030D-6E8A-4147-A177-3AD203B41FA5}">
                      <a16:colId xmlns:a16="http://schemas.microsoft.com/office/drawing/2014/main" val="2122240485"/>
                    </a:ext>
                  </a:extLst>
                </a:gridCol>
              </a:tblGrid>
              <a:tr h="524343">
                <a:tc>
                  <a:txBody>
                    <a:bodyPr/>
                    <a:lstStyle/>
                    <a:p>
                      <a:pPr algn="ctr"/>
                      <a:r>
                        <a:rPr lang="es-ES" b="0" dirty="0">
                          <a:solidFill>
                            <a:schemeClr val="bg1">
                              <a:lumMod val="95000"/>
                            </a:schemeClr>
                          </a:solidFill>
                        </a:rPr>
                        <a:t>Tratamiento de la información</a:t>
                      </a:r>
                    </a:p>
                  </a:txBody>
                  <a:tcPr anchor="ctr">
                    <a:solidFill>
                      <a:schemeClr val="accent5">
                        <a:lumMod val="60000"/>
                        <a:lumOff val="40000"/>
                      </a:schemeClr>
                    </a:solidFill>
                  </a:tcPr>
                </a:tc>
                <a:tc>
                  <a:txBody>
                    <a:bodyPr/>
                    <a:lstStyle/>
                    <a:p>
                      <a:pPr algn="ctr"/>
                      <a:r>
                        <a:rPr lang="es-ES" b="0" dirty="0">
                          <a:solidFill>
                            <a:schemeClr val="bg1">
                              <a:lumMod val="95000"/>
                            </a:schemeClr>
                          </a:solidFill>
                        </a:rPr>
                        <a:t>Propiedad de la información</a:t>
                      </a:r>
                    </a:p>
                  </a:txBody>
                  <a:tcPr anchor="ctr">
                    <a:solidFill>
                      <a:srgbClr val="FF0000"/>
                    </a:solidFill>
                  </a:tcPr>
                </a:tc>
                <a:extLst>
                  <a:ext uri="{0D108BD9-81ED-4DB2-BD59-A6C34878D82A}">
                    <a16:rowId xmlns:a16="http://schemas.microsoft.com/office/drawing/2014/main" val="2253650390"/>
                  </a:ext>
                </a:extLst>
              </a:tr>
              <a:tr h="574158">
                <a:tc>
                  <a:txBody>
                    <a:bodyPr/>
                    <a:lstStyle/>
                    <a:p>
                      <a:pPr algn="ctr"/>
                      <a:r>
                        <a:rPr lang="es-ES" dirty="0">
                          <a:solidFill>
                            <a:schemeClr val="bg1">
                              <a:lumMod val="95000"/>
                            </a:schemeClr>
                          </a:solidFill>
                        </a:rPr>
                        <a:t>Nuevos canales de comunicación</a:t>
                      </a:r>
                    </a:p>
                  </a:txBody>
                  <a:tcPr anchor="ctr">
                    <a:solidFill>
                      <a:schemeClr val="accent5">
                        <a:lumMod val="60000"/>
                        <a:lumOff val="40000"/>
                      </a:schemeClr>
                    </a:solidFill>
                  </a:tcPr>
                </a:tc>
                <a:tc>
                  <a:txBody>
                    <a:bodyPr/>
                    <a:lstStyle/>
                    <a:p>
                      <a:pPr algn="ctr"/>
                      <a:r>
                        <a:rPr lang="es-ES" dirty="0">
                          <a:solidFill>
                            <a:schemeClr val="bg1">
                              <a:lumMod val="95000"/>
                            </a:schemeClr>
                          </a:solidFill>
                        </a:rPr>
                        <a:t>“Saciedad” / “Suciedad” de la información</a:t>
                      </a:r>
                    </a:p>
                  </a:txBody>
                  <a:tcPr anchor="ctr">
                    <a:solidFill>
                      <a:srgbClr val="FF0000"/>
                    </a:solidFill>
                  </a:tcPr>
                </a:tc>
                <a:extLst>
                  <a:ext uri="{0D108BD9-81ED-4DB2-BD59-A6C34878D82A}">
                    <a16:rowId xmlns:a16="http://schemas.microsoft.com/office/drawing/2014/main" val="3413156931"/>
                  </a:ext>
                </a:extLst>
              </a:tr>
              <a:tr h="570733">
                <a:tc>
                  <a:txBody>
                    <a:bodyPr/>
                    <a:lstStyle/>
                    <a:p>
                      <a:pPr algn="ctr"/>
                      <a:r>
                        <a:rPr lang="es-ES" dirty="0">
                          <a:solidFill>
                            <a:schemeClr val="bg1">
                              <a:lumMod val="95000"/>
                            </a:schemeClr>
                          </a:solidFill>
                        </a:rPr>
                        <a:t>Nuevas vías de colaboración</a:t>
                      </a:r>
                    </a:p>
                  </a:txBody>
                  <a:tcPr anchor="ctr">
                    <a:solidFill>
                      <a:schemeClr val="accent5">
                        <a:lumMod val="60000"/>
                        <a:lumOff val="40000"/>
                      </a:schemeClr>
                    </a:solidFill>
                  </a:tcPr>
                </a:tc>
                <a:tc>
                  <a:txBody>
                    <a:bodyPr/>
                    <a:lstStyle/>
                    <a:p>
                      <a:pPr algn="ctr"/>
                      <a:r>
                        <a:rPr lang="es-ES" dirty="0">
                          <a:solidFill>
                            <a:schemeClr val="bg1">
                              <a:lumMod val="95000"/>
                            </a:schemeClr>
                          </a:solidFill>
                        </a:rPr>
                        <a:t>Empleo</a:t>
                      </a:r>
                    </a:p>
                    <a:p>
                      <a:pPr algn="ctr"/>
                      <a:r>
                        <a:rPr lang="es-ES" dirty="0">
                          <a:solidFill>
                            <a:schemeClr val="bg1">
                              <a:lumMod val="95000"/>
                            </a:schemeClr>
                          </a:solidFill>
                        </a:rPr>
                        <a:t>Cambio continuo, estrés</a:t>
                      </a:r>
                    </a:p>
                  </a:txBody>
                  <a:tcPr anchor="ctr">
                    <a:solidFill>
                      <a:srgbClr val="FF0000"/>
                    </a:solidFill>
                  </a:tcPr>
                </a:tc>
                <a:extLst>
                  <a:ext uri="{0D108BD9-81ED-4DB2-BD59-A6C34878D82A}">
                    <a16:rowId xmlns:a16="http://schemas.microsoft.com/office/drawing/2014/main" val="3740917512"/>
                  </a:ext>
                </a:extLst>
              </a:tr>
              <a:tr h="725969">
                <a:tc>
                  <a:txBody>
                    <a:bodyPr/>
                    <a:lstStyle/>
                    <a:p>
                      <a:pPr algn="ctr"/>
                      <a:r>
                        <a:rPr lang="es-ES" dirty="0">
                          <a:solidFill>
                            <a:schemeClr val="bg1">
                              <a:lumMod val="95000"/>
                            </a:schemeClr>
                          </a:solidFill>
                        </a:rPr>
                        <a:t>Nuevas formas de ingresos / mercados</a:t>
                      </a:r>
                    </a:p>
                    <a:p>
                      <a:pPr algn="ctr"/>
                      <a:r>
                        <a:rPr lang="es-ES" dirty="0">
                          <a:solidFill>
                            <a:schemeClr val="bg1">
                              <a:lumMod val="95000"/>
                            </a:schemeClr>
                          </a:solidFill>
                        </a:rPr>
                        <a:t>Nuevas oportunidades sociales</a:t>
                      </a:r>
                    </a:p>
                  </a:txBody>
                  <a:tcPr anchor="ctr">
                    <a:solidFill>
                      <a:schemeClr val="accent5">
                        <a:lumMod val="60000"/>
                        <a:lumOff val="40000"/>
                      </a:schemeClr>
                    </a:solidFill>
                  </a:tcPr>
                </a:tc>
                <a:tc>
                  <a:txBody>
                    <a:bodyPr/>
                    <a:lstStyle/>
                    <a:p>
                      <a:pPr algn="ctr"/>
                      <a:r>
                        <a:rPr lang="es-ES" dirty="0">
                          <a:solidFill>
                            <a:schemeClr val="bg1">
                              <a:lumMod val="95000"/>
                            </a:schemeClr>
                          </a:solidFill>
                        </a:rPr>
                        <a:t>Responsabilidad en procesos automatizados</a:t>
                      </a:r>
                    </a:p>
                    <a:p>
                      <a:pPr algn="ctr"/>
                      <a:r>
                        <a:rPr lang="es-ES" dirty="0">
                          <a:solidFill>
                            <a:schemeClr val="bg1">
                              <a:lumMod val="95000"/>
                            </a:schemeClr>
                          </a:solidFill>
                        </a:rPr>
                        <a:t>Nuevos problemas ambientales: basura electrónica</a:t>
                      </a:r>
                      <a:br>
                        <a:rPr lang="es-ES" dirty="0">
                          <a:solidFill>
                            <a:schemeClr val="bg1">
                              <a:lumMod val="95000"/>
                            </a:schemeClr>
                          </a:solidFill>
                        </a:rPr>
                      </a:br>
                      <a:r>
                        <a:rPr lang="es-ES" dirty="0">
                          <a:solidFill>
                            <a:schemeClr val="bg1">
                              <a:lumMod val="95000"/>
                            </a:schemeClr>
                          </a:solidFill>
                        </a:rPr>
                        <a:t>Aumento de las desigualdades: brecha digital, género</a:t>
                      </a:r>
                    </a:p>
                  </a:txBody>
                  <a:tcPr anchor="ctr">
                    <a:solidFill>
                      <a:srgbClr val="FF0000"/>
                    </a:solidFill>
                  </a:tcPr>
                </a:tc>
                <a:extLst>
                  <a:ext uri="{0D108BD9-81ED-4DB2-BD59-A6C34878D82A}">
                    <a16:rowId xmlns:a16="http://schemas.microsoft.com/office/drawing/2014/main" val="345222508"/>
                  </a:ext>
                </a:extLst>
              </a:tr>
              <a:tr h="674932">
                <a:tc>
                  <a:txBody>
                    <a:bodyPr/>
                    <a:lstStyle/>
                    <a:p>
                      <a:pPr algn="ctr"/>
                      <a:r>
                        <a:rPr lang="es-ES" dirty="0">
                          <a:solidFill>
                            <a:schemeClr val="bg1">
                              <a:lumMod val="95000"/>
                            </a:schemeClr>
                          </a:solidFill>
                        </a:rPr>
                        <a:t>Nuevo instrumento cognitivo y creativo</a:t>
                      </a:r>
                    </a:p>
                    <a:p>
                      <a:pPr algn="ctr"/>
                      <a:endParaRPr lang="es-ES" dirty="0">
                        <a:solidFill>
                          <a:schemeClr val="bg1">
                            <a:lumMod val="95000"/>
                          </a:schemeClr>
                        </a:solidFill>
                      </a:endParaRPr>
                    </a:p>
                  </a:txBody>
                  <a:tcPr anchor="ctr">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solidFill>
                            <a:schemeClr val="bg1">
                              <a:lumMod val="95000"/>
                            </a:schemeClr>
                          </a:solidFill>
                        </a:rPr>
                        <a:t>Cultura de la inmediatez vs largo plazo</a:t>
                      </a:r>
                      <a:br>
                        <a:rPr lang="es-ES" dirty="0">
                          <a:solidFill>
                            <a:schemeClr val="bg1">
                              <a:lumMod val="95000"/>
                            </a:schemeClr>
                          </a:solidFill>
                        </a:rPr>
                      </a:br>
                      <a:r>
                        <a:rPr lang="es-ES" dirty="0">
                          <a:solidFill>
                            <a:schemeClr val="bg1">
                              <a:lumMod val="95000"/>
                            </a:schemeClr>
                          </a:solidFill>
                        </a:rPr>
                        <a:t>Homogeneización cultural</a:t>
                      </a:r>
                    </a:p>
                  </a:txBody>
                  <a:tcPr anchor="ctr">
                    <a:solidFill>
                      <a:srgbClr val="FF0000"/>
                    </a:solidFill>
                  </a:tcPr>
                </a:tc>
                <a:extLst>
                  <a:ext uri="{0D108BD9-81ED-4DB2-BD59-A6C34878D82A}">
                    <a16:rowId xmlns:a16="http://schemas.microsoft.com/office/drawing/2014/main" val="41230827"/>
                  </a:ext>
                </a:extLst>
              </a:tr>
              <a:tr h="370840">
                <a:tc>
                  <a:txBody>
                    <a:bodyPr/>
                    <a:lstStyle/>
                    <a:p>
                      <a:pPr algn="ctr"/>
                      <a:r>
                        <a:rPr lang="es-ES" dirty="0">
                          <a:solidFill>
                            <a:schemeClr val="bg1">
                              <a:lumMod val="95000"/>
                            </a:schemeClr>
                          </a:solidFill>
                        </a:rPr>
                        <a:t>Nuevo mundo (ciberespacio / X-verso)</a:t>
                      </a:r>
                    </a:p>
                    <a:p>
                      <a:pPr algn="ctr"/>
                      <a:endParaRPr lang="es-ES" dirty="0">
                        <a:solidFill>
                          <a:schemeClr val="bg1">
                            <a:lumMod val="95000"/>
                          </a:schemeClr>
                        </a:solidFill>
                      </a:endParaRPr>
                    </a:p>
                  </a:txBody>
                  <a:tcPr anchor="ctr">
                    <a:solidFill>
                      <a:schemeClr val="accent5">
                        <a:lumMod val="60000"/>
                        <a:lumOff val="40000"/>
                      </a:schemeClr>
                    </a:solidFill>
                  </a:tcPr>
                </a:tc>
                <a:tc>
                  <a:txBody>
                    <a:bodyPr/>
                    <a:lstStyle/>
                    <a:p>
                      <a:pPr algn="ctr"/>
                      <a:r>
                        <a:rPr lang="es-ES" dirty="0">
                          <a:solidFill>
                            <a:schemeClr val="bg1">
                              <a:lumMod val="95000"/>
                            </a:schemeClr>
                          </a:solidFill>
                        </a:rPr>
                        <a:t>¿Consumo de energía?</a:t>
                      </a:r>
                    </a:p>
                    <a:p>
                      <a:pPr algn="ctr"/>
                      <a:r>
                        <a:rPr lang="es-ES" dirty="0">
                          <a:solidFill>
                            <a:schemeClr val="bg1">
                              <a:lumMod val="95000"/>
                            </a:schemeClr>
                          </a:solidFill>
                        </a:rPr>
                        <a:t>¿Género y TIC?</a:t>
                      </a:r>
                    </a:p>
                  </a:txBody>
                  <a:tcPr anchor="ctr">
                    <a:solidFill>
                      <a:srgbClr val="FF0000"/>
                    </a:solidFill>
                  </a:tcPr>
                </a:tc>
                <a:extLst>
                  <a:ext uri="{0D108BD9-81ED-4DB2-BD59-A6C34878D82A}">
                    <a16:rowId xmlns:a16="http://schemas.microsoft.com/office/drawing/2014/main" val="3429021683"/>
                  </a:ext>
                </a:extLst>
              </a:tr>
            </a:tbl>
          </a:graphicData>
        </a:graphic>
      </p:graphicFrame>
    </p:spTree>
    <p:extLst>
      <p:ext uri="{BB962C8B-B14F-4D97-AF65-F5344CB8AC3E}">
        <p14:creationId xmlns:p14="http://schemas.microsoft.com/office/powerpoint/2010/main" val="20782766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564BCDB8-77C5-4FFB-B332-E5EE25D3B4B4}"/>
              </a:ext>
            </a:extLst>
          </p:cNvPr>
          <p:cNvSpPr>
            <a:spLocks noGrp="1"/>
          </p:cNvSpPr>
          <p:nvPr>
            <p:ph type="title"/>
          </p:nvPr>
        </p:nvSpPr>
        <p:spPr/>
        <p:txBody>
          <a:bodyPr/>
          <a:lstStyle/>
          <a:p>
            <a:r>
              <a:rPr lang="es-ES" dirty="0"/>
              <a:t>4º Revolución Industrial (ODS)</a:t>
            </a:r>
          </a:p>
        </p:txBody>
      </p:sp>
      <p:sp>
        <p:nvSpPr>
          <p:cNvPr id="8" name="Marcador de contenido 7">
            <a:extLst>
              <a:ext uri="{FF2B5EF4-FFF2-40B4-BE49-F238E27FC236}">
                <a16:creationId xmlns:a16="http://schemas.microsoft.com/office/drawing/2014/main" id="{197A87A6-3E36-45C5-AE61-EDBCCDFAB08D}"/>
              </a:ext>
            </a:extLst>
          </p:cNvPr>
          <p:cNvSpPr>
            <a:spLocks noGrp="1"/>
          </p:cNvSpPr>
          <p:nvPr>
            <p:ph idx="1"/>
          </p:nvPr>
        </p:nvSpPr>
        <p:spPr>
          <a:xfrm>
            <a:off x="116377" y="681645"/>
            <a:ext cx="11986953" cy="845006"/>
          </a:xfrm>
        </p:spPr>
        <p:txBody>
          <a:bodyPr>
            <a:normAutofit lnSpcReduction="10000"/>
          </a:bodyPr>
          <a:lstStyle/>
          <a:p>
            <a:pPr marL="0" indent="0" algn="ctr">
              <a:buNone/>
            </a:pPr>
            <a:r>
              <a:rPr lang="es-ES" dirty="0"/>
              <a:t>“Objetivo 8: Promover el crecimiento económico sostenido, inclusivo y sostenible, </a:t>
            </a:r>
            <a:r>
              <a:rPr lang="es-ES" b="1" dirty="0"/>
              <a:t>el empleo pleno y productivo y el trabajo decente para todos</a:t>
            </a:r>
            <a:r>
              <a:rPr lang="es-ES" dirty="0"/>
              <a:t>.” </a:t>
            </a:r>
          </a:p>
        </p:txBody>
      </p:sp>
      <p:sp>
        <p:nvSpPr>
          <p:cNvPr id="5" name="Marcador de pie de página 4">
            <a:extLst>
              <a:ext uri="{FF2B5EF4-FFF2-40B4-BE49-F238E27FC236}">
                <a16:creationId xmlns:a16="http://schemas.microsoft.com/office/drawing/2014/main" id="{04B81FE7-F27A-4692-8651-0391265C0E25}"/>
              </a:ext>
            </a:extLst>
          </p:cNvPr>
          <p:cNvSpPr>
            <a:spLocks noGrp="1"/>
          </p:cNvSpPr>
          <p:nvPr>
            <p:ph type="ftr" sz="quarter" idx="11"/>
          </p:nvPr>
        </p:nvSpPr>
        <p:spPr/>
        <p:txBody>
          <a:bodyPr/>
          <a:lstStyle/>
          <a:p>
            <a:r>
              <a:rPr lang="es-ES"/>
              <a:t>Aspectos Éticos y Sociales</a:t>
            </a:r>
            <a:endParaRPr lang="es-ES" dirty="0"/>
          </a:p>
        </p:txBody>
      </p:sp>
      <p:sp>
        <p:nvSpPr>
          <p:cNvPr id="6" name="Marcador de número de diapositiva 5">
            <a:extLst>
              <a:ext uri="{FF2B5EF4-FFF2-40B4-BE49-F238E27FC236}">
                <a16:creationId xmlns:a16="http://schemas.microsoft.com/office/drawing/2014/main" id="{FBE2C685-6C98-4C13-9D57-77CB382C64BB}"/>
              </a:ext>
            </a:extLst>
          </p:cNvPr>
          <p:cNvSpPr>
            <a:spLocks noGrp="1"/>
          </p:cNvSpPr>
          <p:nvPr>
            <p:ph type="sldNum" sz="quarter" idx="12"/>
          </p:nvPr>
        </p:nvSpPr>
        <p:spPr/>
        <p:txBody>
          <a:bodyPr/>
          <a:lstStyle/>
          <a:p>
            <a:fld id="{DD78B9B0-B568-4B7D-A141-3C843B6BAC7A}" type="slidenum">
              <a:rPr lang="es-ES" smtClean="0"/>
              <a:pPr/>
              <a:t>32</a:t>
            </a:fld>
            <a:endParaRPr lang="es-ES" dirty="0"/>
          </a:p>
        </p:txBody>
      </p:sp>
      <p:pic>
        <p:nvPicPr>
          <p:cNvPr id="9" name="Imagen 8">
            <a:extLst>
              <a:ext uri="{FF2B5EF4-FFF2-40B4-BE49-F238E27FC236}">
                <a16:creationId xmlns:a16="http://schemas.microsoft.com/office/drawing/2014/main" id="{F9132399-9EBA-475C-8344-19D9F9241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0965" y="1987585"/>
            <a:ext cx="8214389" cy="4126846"/>
          </a:xfrm>
          <a:prstGeom prst="rect">
            <a:avLst/>
          </a:prstGeom>
        </p:spPr>
      </p:pic>
    </p:spTree>
    <p:extLst>
      <p:ext uri="{BB962C8B-B14F-4D97-AF65-F5344CB8AC3E}">
        <p14:creationId xmlns:p14="http://schemas.microsoft.com/office/powerpoint/2010/main" val="3155473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18A9B-C7A0-4DD8-8583-4B18680ADC15}"/>
              </a:ext>
            </a:extLst>
          </p:cNvPr>
          <p:cNvSpPr>
            <a:spLocks noGrp="1"/>
          </p:cNvSpPr>
          <p:nvPr>
            <p:ph type="title"/>
          </p:nvPr>
        </p:nvSpPr>
        <p:spPr/>
        <p:txBody>
          <a:bodyPr/>
          <a:lstStyle/>
          <a:p>
            <a:r>
              <a:rPr lang="es-ES" dirty="0"/>
              <a:t>Reflexión vídeos COTEC</a:t>
            </a:r>
          </a:p>
        </p:txBody>
      </p:sp>
      <p:sp>
        <p:nvSpPr>
          <p:cNvPr id="3" name="Marcador de contenido 2">
            <a:extLst>
              <a:ext uri="{FF2B5EF4-FFF2-40B4-BE49-F238E27FC236}">
                <a16:creationId xmlns:a16="http://schemas.microsoft.com/office/drawing/2014/main" id="{0114E6D5-BE20-4D71-AD36-6B7F24D82999}"/>
              </a:ext>
            </a:extLst>
          </p:cNvPr>
          <p:cNvSpPr>
            <a:spLocks noGrp="1"/>
          </p:cNvSpPr>
          <p:nvPr>
            <p:ph idx="1"/>
          </p:nvPr>
        </p:nvSpPr>
        <p:spPr/>
        <p:txBody>
          <a:bodyPr vert="horz" lIns="91440" tIns="45720" rIns="91440" bIns="45720" rtlCol="0" anchor="t">
            <a:normAutofit/>
          </a:bodyPr>
          <a:lstStyle/>
          <a:p>
            <a:endParaRPr lang="es-ES" u="sng" dirty="0"/>
          </a:p>
          <a:p>
            <a:pPr marL="0" indent="0">
              <a:buNone/>
            </a:pPr>
            <a:r>
              <a:rPr lang="es-ES" u="sng" dirty="0">
                <a:cs typeface="Calibri" panose="020F0502020204030204"/>
              </a:rPr>
              <a:t>"MI EMPLEO MI FUTURO"</a:t>
            </a:r>
          </a:p>
          <a:p>
            <a:endParaRPr lang="es-ES" u="sng" dirty="0"/>
          </a:p>
          <a:p>
            <a:endParaRPr lang="es-ES" u="sng" dirty="0"/>
          </a:p>
          <a:p>
            <a:r>
              <a:rPr lang="es-ES" u="sng" dirty="0">
                <a:hlinkClick r:id="rId3"/>
              </a:rPr>
              <a:t>https://www.youtube.com/watch?v=htAnVeMtrr8</a:t>
            </a:r>
            <a:endParaRPr lang="es-ES" u="sng">
              <a:cs typeface="Calibri"/>
            </a:endParaRPr>
          </a:p>
          <a:p>
            <a:endParaRPr lang="es-ES" u="sng" dirty="0">
              <a:ea typeface="+mn-lt"/>
              <a:cs typeface="+mn-lt"/>
            </a:endParaRPr>
          </a:p>
          <a:p>
            <a:r>
              <a:rPr lang="es-ES" dirty="0">
                <a:ea typeface="+mn-lt"/>
                <a:cs typeface="+mn-lt"/>
                <a:hlinkClick r:id="rId4"/>
              </a:rPr>
              <a:t>https://www.youtube.com/watch?v=-z5z8aGRSQ0</a:t>
            </a:r>
            <a:endParaRPr lang="es-ES">
              <a:ea typeface="+mn-lt"/>
              <a:cs typeface="+mn-lt"/>
            </a:endParaRPr>
          </a:p>
          <a:p>
            <a:endParaRPr lang="es-ES" dirty="0">
              <a:cs typeface="Calibri"/>
            </a:endParaRPr>
          </a:p>
        </p:txBody>
      </p:sp>
      <p:sp>
        <p:nvSpPr>
          <p:cNvPr id="4" name="Marcador de pie de página 3">
            <a:extLst>
              <a:ext uri="{FF2B5EF4-FFF2-40B4-BE49-F238E27FC236}">
                <a16:creationId xmlns:a16="http://schemas.microsoft.com/office/drawing/2014/main" id="{366E7538-5E7D-40BF-94E9-DCB797C6F8A3}"/>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33E7277-6DA4-45B2-BDD8-07889C227CB4}"/>
              </a:ext>
            </a:extLst>
          </p:cNvPr>
          <p:cNvSpPr>
            <a:spLocks noGrp="1"/>
          </p:cNvSpPr>
          <p:nvPr>
            <p:ph type="sldNum" sz="quarter" idx="12"/>
          </p:nvPr>
        </p:nvSpPr>
        <p:spPr/>
        <p:txBody>
          <a:bodyPr/>
          <a:lstStyle/>
          <a:p>
            <a:fld id="{DD78B9B0-B568-4B7D-A141-3C843B6BAC7A}" type="slidenum">
              <a:rPr lang="es-ES" smtClean="0"/>
              <a:pPr/>
              <a:t>33</a:t>
            </a:fld>
            <a:endParaRPr lang="es-ES" dirty="0"/>
          </a:p>
        </p:txBody>
      </p:sp>
    </p:spTree>
    <p:extLst>
      <p:ext uri="{BB962C8B-B14F-4D97-AF65-F5344CB8AC3E}">
        <p14:creationId xmlns:p14="http://schemas.microsoft.com/office/powerpoint/2010/main" val="3226112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lstStyle/>
          <a:p>
            <a:r>
              <a:rPr lang="es-ES" dirty="0"/>
              <a:t>1.2. Sostenibilidad</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pPr lvl="1">
              <a:lnSpc>
                <a:spcPct val="200000"/>
              </a:lnSpc>
              <a:defRPr/>
            </a:pPr>
            <a:r>
              <a:rPr lang="es-ES" altLang="es-ES" sz="2200" dirty="0">
                <a:latin typeface="Calibri" panose="020F0502020204030204" pitchFamily="34" charset="0"/>
                <a:ea typeface="ＭＳ Ｐゴシック" panose="020B0600070205080204" pitchFamily="34" charset="-128"/>
                <a:cs typeface="Calibri" panose="020F0502020204030204" pitchFamily="34" charset="0"/>
              </a:rPr>
              <a:t>Impactos sociales y ambientales de las TIC</a:t>
            </a:r>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34</a:t>
            </a:fld>
            <a:endParaRPr lang="es-ES" dirty="0"/>
          </a:p>
        </p:txBody>
      </p:sp>
    </p:spTree>
    <p:extLst>
      <p:ext uri="{BB962C8B-B14F-4D97-AF65-F5344CB8AC3E}">
        <p14:creationId xmlns:p14="http://schemas.microsoft.com/office/powerpoint/2010/main" val="9473863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FB396634-6275-4BC0-A90D-895B7F3AADDD}"/>
              </a:ext>
            </a:extLst>
          </p:cNvPr>
          <p:cNvSpPr>
            <a:spLocks noGrp="1"/>
          </p:cNvSpPr>
          <p:nvPr>
            <p:ph type="title"/>
          </p:nvPr>
        </p:nvSpPr>
        <p:spPr/>
        <p:txBody>
          <a:bodyPr>
            <a:normAutofit/>
          </a:bodyPr>
          <a:lstStyle/>
          <a:p>
            <a:r>
              <a:rPr lang="es-ES" dirty="0"/>
              <a:t>“Los límites del crecimiento”, Club de Roma-MIT (1972)</a:t>
            </a:r>
          </a:p>
        </p:txBody>
      </p:sp>
      <p:sp>
        <p:nvSpPr>
          <p:cNvPr id="4" name="Marcador de pie de página 3">
            <a:extLst>
              <a:ext uri="{FF2B5EF4-FFF2-40B4-BE49-F238E27FC236}">
                <a16:creationId xmlns:a16="http://schemas.microsoft.com/office/drawing/2014/main" id="{852DCA02-9101-4D89-9B56-1C8CD58374E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7B215BF-BE9A-4995-AF91-1E399BBF4972}"/>
              </a:ext>
            </a:extLst>
          </p:cNvPr>
          <p:cNvSpPr>
            <a:spLocks noGrp="1"/>
          </p:cNvSpPr>
          <p:nvPr>
            <p:ph type="sldNum" sz="quarter" idx="12"/>
          </p:nvPr>
        </p:nvSpPr>
        <p:spPr/>
        <p:txBody>
          <a:bodyPr/>
          <a:lstStyle/>
          <a:p>
            <a:fld id="{DD78B9B0-B568-4B7D-A141-3C843B6BAC7A}" type="slidenum">
              <a:rPr lang="es-ES" smtClean="0"/>
              <a:pPr/>
              <a:t>35</a:t>
            </a:fld>
            <a:endParaRPr lang="es-ES" dirty="0"/>
          </a:p>
        </p:txBody>
      </p:sp>
      <p:sp>
        <p:nvSpPr>
          <p:cNvPr id="13" name="Marcador de contenido 12">
            <a:extLst>
              <a:ext uri="{FF2B5EF4-FFF2-40B4-BE49-F238E27FC236}">
                <a16:creationId xmlns:a16="http://schemas.microsoft.com/office/drawing/2014/main" id="{6B57007B-BDF8-4F82-8885-414760EBA9A5}"/>
              </a:ext>
            </a:extLst>
          </p:cNvPr>
          <p:cNvSpPr>
            <a:spLocks noGrp="1"/>
          </p:cNvSpPr>
          <p:nvPr>
            <p:ph sz="half" idx="1"/>
          </p:nvPr>
        </p:nvSpPr>
        <p:spPr/>
        <p:txBody>
          <a:bodyPr/>
          <a:lstStyle/>
          <a:p>
            <a:pPr marL="0" indent="0">
              <a:buNone/>
            </a:pPr>
            <a:r>
              <a:rPr lang="es-ES" dirty="0"/>
              <a:t>“De mantenerse las tendencias de crecimiento, el planeta alcanzaría los límites de su crecimiento en cien años. </a:t>
            </a:r>
          </a:p>
          <a:p>
            <a:pPr marL="0" indent="0">
              <a:buNone/>
            </a:pPr>
            <a:r>
              <a:rPr lang="es-ES" dirty="0"/>
              <a:t>Sugiere el  “crecimiento cero”.</a:t>
            </a:r>
          </a:p>
          <a:p>
            <a:endParaRPr lang="es-ES" dirty="0"/>
          </a:p>
        </p:txBody>
      </p:sp>
      <p:pic>
        <p:nvPicPr>
          <p:cNvPr id="14" name="Marcador de contenido 9">
            <a:extLst>
              <a:ext uri="{FF2B5EF4-FFF2-40B4-BE49-F238E27FC236}">
                <a16:creationId xmlns:a16="http://schemas.microsoft.com/office/drawing/2014/main" id="{E1FA4ADA-A30E-410D-ADDB-68942AE19B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0254" y="882503"/>
            <a:ext cx="5301384" cy="5301384"/>
          </a:xfrm>
          <a:prstGeom prst="rect">
            <a:avLst/>
          </a:prstGeom>
        </p:spPr>
      </p:pic>
      <p:pic>
        <p:nvPicPr>
          <p:cNvPr id="15" name="Imagen 14">
            <a:extLst>
              <a:ext uri="{FF2B5EF4-FFF2-40B4-BE49-F238E27FC236}">
                <a16:creationId xmlns:a16="http://schemas.microsoft.com/office/drawing/2014/main" id="{5708EB4C-B6A5-4378-B64B-CA47553D1D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6621" y="2865352"/>
            <a:ext cx="1685925" cy="2695575"/>
          </a:xfrm>
          <a:prstGeom prst="rect">
            <a:avLst/>
          </a:prstGeom>
        </p:spPr>
      </p:pic>
    </p:spTree>
    <p:extLst>
      <p:ext uri="{BB962C8B-B14F-4D97-AF65-F5344CB8AC3E}">
        <p14:creationId xmlns:p14="http://schemas.microsoft.com/office/powerpoint/2010/main" val="1330554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2D975F-0FBB-455F-8770-C2D97EA2EDA5}"/>
              </a:ext>
            </a:extLst>
          </p:cNvPr>
          <p:cNvSpPr>
            <a:spLocks noGrp="1"/>
          </p:cNvSpPr>
          <p:nvPr>
            <p:ph type="title"/>
          </p:nvPr>
        </p:nvSpPr>
        <p:spPr/>
        <p:txBody>
          <a:bodyPr/>
          <a:lstStyle/>
          <a:p>
            <a:r>
              <a:rPr lang="es-ES" dirty="0" err="1"/>
              <a:t>Re-modelado</a:t>
            </a:r>
            <a:r>
              <a:rPr lang="es-ES" dirty="0"/>
              <a:t> con datos de 2012</a:t>
            </a:r>
          </a:p>
        </p:txBody>
      </p:sp>
      <p:pic>
        <p:nvPicPr>
          <p:cNvPr id="7" name="Marcador de contenido 6">
            <a:extLst>
              <a:ext uri="{FF2B5EF4-FFF2-40B4-BE49-F238E27FC236}">
                <a16:creationId xmlns:a16="http://schemas.microsoft.com/office/drawing/2014/main" id="{2A370759-8ABA-4DFE-BFCD-C889488100D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30550" y="786808"/>
            <a:ext cx="6937036" cy="5672953"/>
          </a:xfrm>
        </p:spPr>
      </p:pic>
      <p:sp>
        <p:nvSpPr>
          <p:cNvPr id="4" name="Marcador de pie de página 3">
            <a:extLst>
              <a:ext uri="{FF2B5EF4-FFF2-40B4-BE49-F238E27FC236}">
                <a16:creationId xmlns:a16="http://schemas.microsoft.com/office/drawing/2014/main" id="{99488BBB-3470-4A1A-BD00-73E53B4B90A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6EC703DD-8E13-47EA-83C3-D84B80589592}"/>
              </a:ext>
            </a:extLst>
          </p:cNvPr>
          <p:cNvSpPr>
            <a:spLocks noGrp="1"/>
          </p:cNvSpPr>
          <p:nvPr>
            <p:ph type="sldNum" sz="quarter" idx="12"/>
          </p:nvPr>
        </p:nvSpPr>
        <p:spPr/>
        <p:txBody>
          <a:bodyPr/>
          <a:lstStyle/>
          <a:p>
            <a:fld id="{DD78B9B0-B568-4B7D-A141-3C843B6BAC7A}" type="slidenum">
              <a:rPr lang="es-ES" smtClean="0"/>
              <a:pPr/>
              <a:t>36</a:t>
            </a:fld>
            <a:endParaRPr lang="es-ES" dirty="0"/>
          </a:p>
        </p:txBody>
      </p:sp>
    </p:spTree>
    <p:extLst>
      <p:ext uri="{BB962C8B-B14F-4D97-AF65-F5344CB8AC3E}">
        <p14:creationId xmlns:p14="http://schemas.microsoft.com/office/powerpoint/2010/main" val="11677088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FFC8AC-C614-4C51-AF5C-16BCA0535E61}"/>
              </a:ext>
            </a:extLst>
          </p:cNvPr>
          <p:cNvSpPr>
            <a:spLocks noGrp="1"/>
          </p:cNvSpPr>
          <p:nvPr>
            <p:ph type="title"/>
          </p:nvPr>
        </p:nvSpPr>
        <p:spPr/>
        <p:txBody>
          <a:bodyPr>
            <a:normAutofit/>
          </a:bodyPr>
          <a:lstStyle/>
          <a:p>
            <a:r>
              <a:rPr lang="es-ES" dirty="0"/>
              <a:t>Informe Brundtland (1987). </a:t>
            </a:r>
          </a:p>
        </p:txBody>
      </p:sp>
      <p:sp>
        <p:nvSpPr>
          <p:cNvPr id="3" name="Marcador de contenido 2">
            <a:extLst>
              <a:ext uri="{FF2B5EF4-FFF2-40B4-BE49-F238E27FC236}">
                <a16:creationId xmlns:a16="http://schemas.microsoft.com/office/drawing/2014/main" id="{F8C43C37-B8C0-412B-A7DD-A91254947424}"/>
              </a:ext>
            </a:extLst>
          </p:cNvPr>
          <p:cNvSpPr>
            <a:spLocks noGrp="1"/>
          </p:cNvSpPr>
          <p:nvPr>
            <p:ph idx="1"/>
          </p:nvPr>
        </p:nvSpPr>
        <p:spPr>
          <a:xfrm>
            <a:off x="116377" y="681644"/>
            <a:ext cx="6401381" cy="5702531"/>
          </a:xfrm>
        </p:spPr>
        <p:txBody>
          <a:bodyPr/>
          <a:lstStyle/>
          <a:p>
            <a:pPr marL="0" indent="0">
              <a:buNone/>
            </a:pPr>
            <a:r>
              <a:rPr lang="es-ES" dirty="0"/>
              <a:t>Desarrollo sostenible:</a:t>
            </a:r>
          </a:p>
          <a:p>
            <a:r>
              <a:rPr lang="es-ES" dirty="0"/>
              <a:t>“es el que atiende las necesidades del presente sin comprometer la posibilidad de las futuras generaciones de atender las suyas”</a:t>
            </a:r>
          </a:p>
          <a:p>
            <a:endParaRPr lang="es-ES" dirty="0"/>
          </a:p>
          <a:p>
            <a:r>
              <a:rPr lang="es-ES" dirty="0"/>
              <a:t>“cuando  existe un equilibrio dinámico  entre población, capacidades del medio ambiente y vitalidad productiva.”</a:t>
            </a:r>
          </a:p>
          <a:p>
            <a:endParaRPr lang="es-ES" dirty="0"/>
          </a:p>
        </p:txBody>
      </p:sp>
      <p:sp>
        <p:nvSpPr>
          <p:cNvPr id="4" name="Marcador de pie de página 3">
            <a:extLst>
              <a:ext uri="{FF2B5EF4-FFF2-40B4-BE49-F238E27FC236}">
                <a16:creationId xmlns:a16="http://schemas.microsoft.com/office/drawing/2014/main" id="{8C22B63A-1396-4C5A-9209-F3567207F987}"/>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21CB7AF-D0D3-413A-8F83-3923CCB060FB}"/>
              </a:ext>
            </a:extLst>
          </p:cNvPr>
          <p:cNvSpPr>
            <a:spLocks noGrp="1"/>
          </p:cNvSpPr>
          <p:nvPr>
            <p:ph type="sldNum" sz="quarter" idx="12"/>
          </p:nvPr>
        </p:nvSpPr>
        <p:spPr/>
        <p:txBody>
          <a:bodyPr/>
          <a:lstStyle/>
          <a:p>
            <a:fld id="{DD78B9B0-B568-4B7D-A141-3C843B6BAC7A}" type="slidenum">
              <a:rPr lang="es-ES" smtClean="0"/>
              <a:pPr/>
              <a:t>37</a:t>
            </a:fld>
            <a:endParaRPr lang="es-ES" dirty="0"/>
          </a:p>
        </p:txBody>
      </p:sp>
      <p:pic>
        <p:nvPicPr>
          <p:cNvPr id="7" name="Imagen 6">
            <a:extLst>
              <a:ext uri="{FF2B5EF4-FFF2-40B4-BE49-F238E27FC236}">
                <a16:creationId xmlns:a16="http://schemas.microsoft.com/office/drawing/2014/main" id="{1E2120EF-C5E4-4EF5-8AF2-99C4F9021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9842" y="681643"/>
            <a:ext cx="3505781" cy="5182459"/>
          </a:xfrm>
          <a:prstGeom prst="rect">
            <a:avLst/>
          </a:prstGeom>
        </p:spPr>
      </p:pic>
    </p:spTree>
    <p:extLst>
      <p:ext uri="{BB962C8B-B14F-4D97-AF65-F5344CB8AC3E}">
        <p14:creationId xmlns:p14="http://schemas.microsoft.com/office/powerpoint/2010/main" val="31230879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621346-A4E8-4365-BF8B-A607BD8A4725}"/>
              </a:ext>
            </a:extLst>
          </p:cNvPr>
          <p:cNvSpPr>
            <a:spLocks noGrp="1"/>
          </p:cNvSpPr>
          <p:nvPr>
            <p:ph type="title"/>
          </p:nvPr>
        </p:nvSpPr>
        <p:spPr/>
        <p:txBody>
          <a:bodyPr/>
          <a:lstStyle/>
          <a:p>
            <a:r>
              <a:rPr lang="es-ES" dirty="0"/>
              <a:t>Concepto de Desarrollo Sostenible del Informe Brundtland </a:t>
            </a:r>
          </a:p>
        </p:txBody>
      </p:sp>
      <p:pic>
        <p:nvPicPr>
          <p:cNvPr id="7" name="Marcador de contenido 6">
            <a:extLst>
              <a:ext uri="{FF2B5EF4-FFF2-40B4-BE49-F238E27FC236}">
                <a16:creationId xmlns:a16="http://schemas.microsoft.com/office/drawing/2014/main" id="{9E1CB827-6F2F-472D-84E3-E4060569BC9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30893" y="645152"/>
            <a:ext cx="5930214" cy="5930214"/>
          </a:xfrm>
        </p:spPr>
      </p:pic>
      <p:sp>
        <p:nvSpPr>
          <p:cNvPr id="4" name="Marcador de pie de página 3">
            <a:extLst>
              <a:ext uri="{FF2B5EF4-FFF2-40B4-BE49-F238E27FC236}">
                <a16:creationId xmlns:a16="http://schemas.microsoft.com/office/drawing/2014/main" id="{B27F0F3F-80F3-416F-B2B0-CBDE85E4127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F616321A-CD2A-488A-B342-832D2CD1416E}"/>
              </a:ext>
            </a:extLst>
          </p:cNvPr>
          <p:cNvSpPr>
            <a:spLocks noGrp="1"/>
          </p:cNvSpPr>
          <p:nvPr>
            <p:ph type="sldNum" sz="quarter" idx="12"/>
          </p:nvPr>
        </p:nvSpPr>
        <p:spPr/>
        <p:txBody>
          <a:bodyPr/>
          <a:lstStyle/>
          <a:p>
            <a:fld id="{DD78B9B0-B568-4B7D-A141-3C843B6BAC7A}" type="slidenum">
              <a:rPr lang="es-ES" smtClean="0"/>
              <a:pPr/>
              <a:t>38</a:t>
            </a:fld>
            <a:endParaRPr lang="es-ES" dirty="0"/>
          </a:p>
        </p:txBody>
      </p:sp>
    </p:spTree>
    <p:extLst>
      <p:ext uri="{BB962C8B-B14F-4D97-AF65-F5344CB8AC3E}">
        <p14:creationId xmlns:p14="http://schemas.microsoft.com/office/powerpoint/2010/main" val="1219595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37246F-DC27-4D9F-9077-472D11C65A36}"/>
              </a:ext>
            </a:extLst>
          </p:cNvPr>
          <p:cNvSpPr>
            <a:spLocks noGrp="1"/>
          </p:cNvSpPr>
          <p:nvPr>
            <p:ph type="title"/>
          </p:nvPr>
        </p:nvSpPr>
        <p:spPr/>
        <p:txBody>
          <a:bodyPr/>
          <a:lstStyle/>
          <a:p>
            <a:r>
              <a:rPr lang="es-ES" dirty="0"/>
              <a:t>Informe Brundtland (1987)</a:t>
            </a:r>
          </a:p>
        </p:txBody>
      </p:sp>
      <p:sp>
        <p:nvSpPr>
          <p:cNvPr id="3" name="Marcador de contenido 2">
            <a:extLst>
              <a:ext uri="{FF2B5EF4-FFF2-40B4-BE49-F238E27FC236}">
                <a16:creationId xmlns:a16="http://schemas.microsoft.com/office/drawing/2014/main" id="{B055CB44-CD5B-4C70-8868-508D2D7828CA}"/>
              </a:ext>
            </a:extLst>
          </p:cNvPr>
          <p:cNvSpPr>
            <a:spLocks noGrp="1"/>
          </p:cNvSpPr>
          <p:nvPr>
            <p:ph idx="1"/>
          </p:nvPr>
        </p:nvSpPr>
        <p:spPr/>
        <p:txBody>
          <a:bodyPr>
            <a:normAutofit lnSpcReduction="10000"/>
          </a:bodyPr>
          <a:lstStyle/>
          <a:p>
            <a:pPr marL="0" indent="0">
              <a:buNone/>
            </a:pPr>
            <a:r>
              <a:rPr lang="es-ES" b="1" dirty="0"/>
              <a:t>Es un tema complejo </a:t>
            </a:r>
            <a:r>
              <a:rPr lang="es-ES" dirty="0"/>
              <a:t>porque la búsqueda del desarrollo sostenible requiere: </a:t>
            </a:r>
            <a:br>
              <a:rPr lang="es-ES" dirty="0"/>
            </a:br>
            <a:endParaRPr lang="es-ES" dirty="0"/>
          </a:p>
          <a:p>
            <a:pPr lvl="1"/>
            <a:r>
              <a:rPr lang="es-ES" dirty="0"/>
              <a:t>un </a:t>
            </a:r>
            <a:r>
              <a:rPr lang="es-ES" b="1" dirty="0"/>
              <a:t>sistema político </a:t>
            </a:r>
            <a:r>
              <a:rPr lang="es-ES" dirty="0"/>
              <a:t>con participación efectiva  de la ciudadanía en la toma de decisiones; </a:t>
            </a:r>
            <a:br>
              <a:rPr lang="es-ES" dirty="0"/>
            </a:br>
            <a:endParaRPr lang="es-ES" dirty="0"/>
          </a:p>
          <a:p>
            <a:pPr lvl="1"/>
            <a:r>
              <a:rPr lang="es-ES" dirty="0"/>
              <a:t>un </a:t>
            </a:r>
            <a:r>
              <a:rPr lang="es-ES" b="1" dirty="0"/>
              <a:t>sistema económico </a:t>
            </a:r>
            <a:r>
              <a:rPr lang="es-ES" dirty="0"/>
              <a:t>capaz de generar superávit  y conocimiento técnico sobre una base autónoma y sostenida; </a:t>
            </a:r>
            <a:br>
              <a:rPr lang="es-ES" dirty="0"/>
            </a:br>
            <a:endParaRPr lang="es-ES" dirty="0"/>
          </a:p>
          <a:p>
            <a:pPr lvl="1"/>
            <a:r>
              <a:rPr lang="es-ES" dirty="0"/>
              <a:t>un </a:t>
            </a:r>
            <a:r>
              <a:rPr lang="es-ES" b="1" dirty="0"/>
              <a:t>sistema social </a:t>
            </a:r>
            <a:r>
              <a:rPr lang="es-ES" dirty="0"/>
              <a:t>que procura soluciones a las tensiones  que surgen de un desarrollo inarmónico; </a:t>
            </a:r>
            <a:br>
              <a:rPr lang="es-ES" dirty="0"/>
            </a:br>
            <a:endParaRPr lang="es-ES" dirty="0"/>
          </a:p>
          <a:p>
            <a:pPr lvl="1"/>
            <a:r>
              <a:rPr lang="es-ES" dirty="0"/>
              <a:t>un </a:t>
            </a:r>
            <a:r>
              <a:rPr lang="es-ES" b="1" dirty="0"/>
              <a:t>sistema de producción </a:t>
            </a:r>
            <a:r>
              <a:rPr lang="es-ES" dirty="0"/>
              <a:t>que respeta la base ecológica del desarrollo; </a:t>
            </a:r>
            <a:br>
              <a:rPr lang="es-ES" dirty="0"/>
            </a:br>
            <a:endParaRPr lang="es-ES" dirty="0"/>
          </a:p>
          <a:p>
            <a:pPr lvl="1"/>
            <a:r>
              <a:rPr lang="es-ES" dirty="0"/>
              <a:t>un </a:t>
            </a:r>
            <a:r>
              <a:rPr lang="es-ES" b="1" dirty="0"/>
              <a:t>sistema tecnológico </a:t>
            </a:r>
            <a:r>
              <a:rPr lang="es-ES" dirty="0"/>
              <a:t>capaz de buscar nuevas soluciones; </a:t>
            </a:r>
            <a:br>
              <a:rPr lang="es-ES" dirty="0"/>
            </a:br>
            <a:endParaRPr lang="es-ES" dirty="0"/>
          </a:p>
          <a:p>
            <a:pPr lvl="1"/>
            <a:r>
              <a:rPr lang="es-ES" dirty="0"/>
              <a:t>un </a:t>
            </a:r>
            <a:r>
              <a:rPr lang="es-ES" b="1" dirty="0"/>
              <a:t>sistema internacional </a:t>
            </a:r>
            <a:r>
              <a:rPr lang="es-ES" dirty="0"/>
              <a:t>que asegure formas sostenibles de comercio y de finanzas; </a:t>
            </a:r>
            <a:br>
              <a:rPr lang="es-ES" dirty="0"/>
            </a:br>
            <a:endParaRPr lang="es-ES" dirty="0"/>
          </a:p>
          <a:p>
            <a:pPr lvl="1"/>
            <a:r>
              <a:rPr lang="es-ES" dirty="0"/>
              <a:t>un </a:t>
            </a:r>
            <a:r>
              <a:rPr lang="es-ES" b="1" dirty="0"/>
              <a:t>sistema administrativo </a:t>
            </a:r>
            <a:r>
              <a:rPr lang="es-ES" dirty="0"/>
              <a:t>flexible y capaz de autocorregirse.</a:t>
            </a:r>
          </a:p>
          <a:p>
            <a:endParaRPr lang="es-ES" dirty="0"/>
          </a:p>
        </p:txBody>
      </p:sp>
      <p:sp>
        <p:nvSpPr>
          <p:cNvPr id="4" name="Marcador de pie de página 3">
            <a:extLst>
              <a:ext uri="{FF2B5EF4-FFF2-40B4-BE49-F238E27FC236}">
                <a16:creationId xmlns:a16="http://schemas.microsoft.com/office/drawing/2014/main" id="{FD6403F9-7C44-4AB2-9905-54A2616EDE52}"/>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F3DB0F69-FB82-4389-837F-C9A09A5FCB12}"/>
              </a:ext>
            </a:extLst>
          </p:cNvPr>
          <p:cNvSpPr>
            <a:spLocks noGrp="1"/>
          </p:cNvSpPr>
          <p:nvPr>
            <p:ph type="sldNum" sz="quarter" idx="12"/>
          </p:nvPr>
        </p:nvSpPr>
        <p:spPr/>
        <p:txBody>
          <a:bodyPr/>
          <a:lstStyle/>
          <a:p>
            <a:fld id="{DD78B9B0-B568-4B7D-A141-3C843B6BAC7A}" type="slidenum">
              <a:rPr lang="es-ES" smtClean="0"/>
              <a:pPr/>
              <a:t>39</a:t>
            </a:fld>
            <a:endParaRPr lang="es-ES" dirty="0"/>
          </a:p>
        </p:txBody>
      </p:sp>
    </p:spTree>
    <p:extLst>
      <p:ext uri="{BB962C8B-B14F-4D97-AF65-F5344CB8AC3E}">
        <p14:creationId xmlns:p14="http://schemas.microsoft.com/office/powerpoint/2010/main" val="4144248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3235A5-D230-4ECD-A37C-D6C9ACE478C4}"/>
              </a:ext>
            </a:extLst>
          </p:cNvPr>
          <p:cNvSpPr>
            <a:spLocks noGrp="1"/>
          </p:cNvSpPr>
          <p:nvPr>
            <p:ph type="title"/>
          </p:nvPr>
        </p:nvSpPr>
        <p:spPr/>
        <p:txBody>
          <a:bodyPr/>
          <a:lstStyle/>
          <a:p>
            <a:r>
              <a:rPr lang="es-ES" dirty="0"/>
              <a:t>Sostenibilidad…un asunto IMPRESCINDIBLE</a:t>
            </a:r>
          </a:p>
        </p:txBody>
      </p:sp>
      <p:sp>
        <p:nvSpPr>
          <p:cNvPr id="3" name="Marcador de contenido 2">
            <a:extLst>
              <a:ext uri="{FF2B5EF4-FFF2-40B4-BE49-F238E27FC236}">
                <a16:creationId xmlns:a16="http://schemas.microsoft.com/office/drawing/2014/main" id="{866BFF86-92F3-4524-A3EE-9CEC2437D7CF}"/>
              </a:ext>
            </a:extLst>
          </p:cNvPr>
          <p:cNvSpPr>
            <a:spLocks noGrp="1"/>
          </p:cNvSpPr>
          <p:nvPr>
            <p:ph idx="1"/>
          </p:nvPr>
        </p:nvSpPr>
        <p:spPr>
          <a:xfrm>
            <a:off x="116377" y="681644"/>
            <a:ext cx="8506627" cy="5702531"/>
          </a:xfrm>
        </p:spPr>
        <p:txBody>
          <a:bodyPr>
            <a:normAutofit lnSpcReduction="10000"/>
          </a:bodyPr>
          <a:lstStyle/>
          <a:p>
            <a:r>
              <a:rPr lang="es-ES" dirty="0"/>
              <a:t>Muchas de las previsiones “tecno-pesimistas” se están cumpliendo:</a:t>
            </a:r>
          </a:p>
          <a:p>
            <a:r>
              <a:rPr lang="es-ES" dirty="0"/>
              <a:t>Los límites de seguridad en:</a:t>
            </a:r>
          </a:p>
          <a:p>
            <a:pPr lvl="1"/>
            <a:r>
              <a:rPr lang="es-ES" dirty="0"/>
              <a:t>cambio climático, </a:t>
            </a:r>
          </a:p>
          <a:p>
            <a:pPr lvl="1"/>
            <a:r>
              <a:rPr lang="es-ES" dirty="0"/>
              <a:t>pérdida de biodiversidad, </a:t>
            </a:r>
          </a:p>
          <a:p>
            <a:pPr lvl="1"/>
            <a:r>
              <a:rPr lang="es-ES" dirty="0"/>
              <a:t>interferencias en los ciclos globales del nitrógeno y del fósforo,</a:t>
            </a:r>
          </a:p>
          <a:p>
            <a:endParaRPr lang="es-ES" dirty="0"/>
          </a:p>
          <a:p>
            <a:pPr marL="0" indent="0">
              <a:buNone/>
            </a:pPr>
            <a:r>
              <a:rPr lang="es-ES" dirty="0"/>
              <a:t>… ya se han excedido debido al impacto humano.</a:t>
            </a:r>
          </a:p>
          <a:p>
            <a:pPr marL="0" indent="0">
              <a:buNone/>
            </a:pPr>
            <a:endParaRPr lang="es-ES" dirty="0"/>
          </a:p>
          <a:p>
            <a:pPr marL="0" indent="0">
              <a:buNone/>
            </a:pPr>
            <a:r>
              <a:rPr lang="es-ES" dirty="0"/>
              <a:t>“Las generaciones actuales tienen la responsabilidad  de que el progreso científico y técnico en todos los ámbitos no cause perjuicios a la vida en la Tierra.”</a:t>
            </a:r>
            <a:br>
              <a:rPr lang="es-ES" dirty="0"/>
            </a:br>
            <a:r>
              <a:rPr lang="es-ES" i="1" dirty="0"/>
              <a:t>Conferencia General UNESCO (1997)</a:t>
            </a:r>
          </a:p>
          <a:p>
            <a:endParaRPr lang="es-ES" dirty="0"/>
          </a:p>
        </p:txBody>
      </p:sp>
      <p:sp>
        <p:nvSpPr>
          <p:cNvPr id="4" name="Marcador de pie de página 3">
            <a:extLst>
              <a:ext uri="{FF2B5EF4-FFF2-40B4-BE49-F238E27FC236}">
                <a16:creationId xmlns:a16="http://schemas.microsoft.com/office/drawing/2014/main" id="{E1EE5E51-8400-4694-B43C-5F54F0E1DA1D}"/>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F32DB81-0241-4002-B51F-C475C442A109}"/>
              </a:ext>
            </a:extLst>
          </p:cNvPr>
          <p:cNvSpPr>
            <a:spLocks noGrp="1"/>
          </p:cNvSpPr>
          <p:nvPr>
            <p:ph type="sldNum" sz="quarter" idx="12"/>
          </p:nvPr>
        </p:nvSpPr>
        <p:spPr/>
        <p:txBody>
          <a:bodyPr/>
          <a:lstStyle/>
          <a:p>
            <a:fld id="{DD78B9B0-B568-4B7D-A141-3C843B6BAC7A}" type="slidenum">
              <a:rPr lang="es-ES" smtClean="0"/>
              <a:pPr/>
              <a:t>40</a:t>
            </a:fld>
            <a:endParaRPr lang="es-ES" dirty="0"/>
          </a:p>
        </p:txBody>
      </p:sp>
      <p:pic>
        <p:nvPicPr>
          <p:cNvPr id="6" name="Picture 2" descr="https://encrypted-tbn0.google.com/images?q=tbn:ANd9GcRbT3q8ZQ5ydItTIUt8wik8JluiGg8iUh1ZnUpLiiQ3WWfhV_ML">
            <a:extLst>
              <a:ext uri="{FF2B5EF4-FFF2-40B4-BE49-F238E27FC236}">
                <a16:creationId xmlns:a16="http://schemas.microsoft.com/office/drawing/2014/main" id="{C2176599-D7D8-41D3-9744-282489A3F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1860" y="770543"/>
            <a:ext cx="2949778" cy="4313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2909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C62894-E9EA-482E-8E73-754908B7C9E7}"/>
              </a:ext>
            </a:extLst>
          </p:cNvPr>
          <p:cNvSpPr>
            <a:spLocks noGrp="1"/>
          </p:cNvSpPr>
          <p:nvPr>
            <p:ph type="title"/>
          </p:nvPr>
        </p:nvSpPr>
        <p:spPr/>
        <p:txBody>
          <a:bodyPr/>
          <a:lstStyle/>
          <a:p>
            <a:r>
              <a:rPr lang="es-ES" dirty="0"/>
              <a:t>Sostenibilidad</a:t>
            </a:r>
          </a:p>
        </p:txBody>
      </p:sp>
      <p:pic>
        <p:nvPicPr>
          <p:cNvPr id="7" name="Marcador de contenido 6">
            <a:extLst>
              <a:ext uri="{FF2B5EF4-FFF2-40B4-BE49-F238E27FC236}">
                <a16:creationId xmlns:a16="http://schemas.microsoft.com/office/drawing/2014/main" id="{AC6A9809-B1F1-4005-83DE-6D9BD0B6D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9527" y="656858"/>
            <a:ext cx="6251944" cy="5918508"/>
          </a:xfrm>
        </p:spPr>
      </p:pic>
      <p:sp>
        <p:nvSpPr>
          <p:cNvPr id="4" name="Marcador de pie de página 3">
            <a:extLst>
              <a:ext uri="{FF2B5EF4-FFF2-40B4-BE49-F238E27FC236}">
                <a16:creationId xmlns:a16="http://schemas.microsoft.com/office/drawing/2014/main" id="{2264993D-E3A9-418D-BE3B-0C3C3E97CE5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353A1A9B-8572-4471-B808-83CD4B4C1905}"/>
              </a:ext>
            </a:extLst>
          </p:cNvPr>
          <p:cNvSpPr>
            <a:spLocks noGrp="1"/>
          </p:cNvSpPr>
          <p:nvPr>
            <p:ph type="sldNum" sz="quarter" idx="12"/>
          </p:nvPr>
        </p:nvSpPr>
        <p:spPr/>
        <p:txBody>
          <a:bodyPr/>
          <a:lstStyle/>
          <a:p>
            <a:fld id="{DD78B9B0-B568-4B7D-A141-3C843B6BAC7A}" type="slidenum">
              <a:rPr lang="es-ES" smtClean="0"/>
              <a:pPr/>
              <a:t>41</a:t>
            </a:fld>
            <a:endParaRPr lang="es-ES" dirty="0"/>
          </a:p>
        </p:txBody>
      </p:sp>
    </p:spTree>
    <p:extLst>
      <p:ext uri="{BB962C8B-B14F-4D97-AF65-F5344CB8AC3E}">
        <p14:creationId xmlns:p14="http://schemas.microsoft.com/office/powerpoint/2010/main" val="2889204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1084FB-B6E5-4C65-8D74-B6FCA1351BB2}"/>
              </a:ext>
            </a:extLst>
          </p:cNvPr>
          <p:cNvSpPr>
            <a:spLocks noGrp="1"/>
          </p:cNvSpPr>
          <p:nvPr>
            <p:ph type="title"/>
          </p:nvPr>
        </p:nvSpPr>
        <p:spPr/>
        <p:txBody>
          <a:bodyPr/>
          <a:lstStyle/>
          <a:p>
            <a:r>
              <a:rPr lang="es-ES" dirty="0"/>
              <a:t>Sostenibilidad: Emisiones mundiales por país</a:t>
            </a:r>
          </a:p>
        </p:txBody>
      </p:sp>
      <p:sp>
        <p:nvSpPr>
          <p:cNvPr id="4" name="Marcador de pie de página 3">
            <a:extLst>
              <a:ext uri="{FF2B5EF4-FFF2-40B4-BE49-F238E27FC236}">
                <a16:creationId xmlns:a16="http://schemas.microsoft.com/office/drawing/2014/main" id="{3FFA2986-5C49-46C9-A857-0B9D6A6E8DD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A886DDDA-8263-4400-850C-B9D488F65AF5}"/>
              </a:ext>
            </a:extLst>
          </p:cNvPr>
          <p:cNvSpPr>
            <a:spLocks noGrp="1"/>
          </p:cNvSpPr>
          <p:nvPr>
            <p:ph type="sldNum" sz="quarter" idx="12"/>
          </p:nvPr>
        </p:nvSpPr>
        <p:spPr/>
        <p:txBody>
          <a:bodyPr/>
          <a:lstStyle/>
          <a:p>
            <a:fld id="{DD78B9B0-B568-4B7D-A141-3C843B6BAC7A}" type="slidenum">
              <a:rPr lang="es-ES" smtClean="0"/>
              <a:pPr/>
              <a:t>42</a:t>
            </a:fld>
            <a:endParaRPr lang="es-ES" dirty="0"/>
          </a:p>
        </p:txBody>
      </p:sp>
      <p:pic>
        <p:nvPicPr>
          <p:cNvPr id="9" name="Imagen 8">
            <a:extLst>
              <a:ext uri="{FF2B5EF4-FFF2-40B4-BE49-F238E27FC236}">
                <a16:creationId xmlns:a16="http://schemas.microsoft.com/office/drawing/2014/main" id="{9ED1BEBC-2042-4659-BCF0-1A9175F047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458" y="747381"/>
            <a:ext cx="10457083" cy="5015466"/>
          </a:xfrm>
          <a:prstGeom prst="rect">
            <a:avLst/>
          </a:prstGeom>
        </p:spPr>
      </p:pic>
    </p:spTree>
    <p:extLst>
      <p:ext uri="{BB962C8B-B14F-4D97-AF65-F5344CB8AC3E}">
        <p14:creationId xmlns:p14="http://schemas.microsoft.com/office/powerpoint/2010/main" val="2128114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EA563-9B4C-49F2-A996-5B2D806D1830}"/>
              </a:ext>
            </a:extLst>
          </p:cNvPr>
          <p:cNvSpPr>
            <a:spLocks noGrp="1"/>
          </p:cNvSpPr>
          <p:nvPr>
            <p:ph type="title"/>
          </p:nvPr>
        </p:nvSpPr>
        <p:spPr/>
        <p:txBody>
          <a:bodyPr/>
          <a:lstStyle/>
          <a:p>
            <a:r>
              <a:rPr lang="es-ES" altLang="es-ES" dirty="0"/>
              <a:t>Aceptación mayoritaria de que el clima es tema urgente </a:t>
            </a:r>
            <a:endParaRPr lang="es-ES" dirty="0"/>
          </a:p>
        </p:txBody>
      </p:sp>
      <p:sp>
        <p:nvSpPr>
          <p:cNvPr id="4" name="Marcador de pie de página 3">
            <a:extLst>
              <a:ext uri="{FF2B5EF4-FFF2-40B4-BE49-F238E27FC236}">
                <a16:creationId xmlns:a16="http://schemas.microsoft.com/office/drawing/2014/main" id="{52858CCF-8C3D-4D24-86A1-8F7E632585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51DAABEE-87F2-40ED-B374-C8FBDC6BA210}"/>
              </a:ext>
            </a:extLst>
          </p:cNvPr>
          <p:cNvSpPr>
            <a:spLocks noGrp="1"/>
          </p:cNvSpPr>
          <p:nvPr>
            <p:ph type="sldNum" sz="quarter" idx="12"/>
          </p:nvPr>
        </p:nvSpPr>
        <p:spPr/>
        <p:txBody>
          <a:bodyPr/>
          <a:lstStyle/>
          <a:p>
            <a:fld id="{DD78B9B0-B568-4B7D-A141-3C843B6BAC7A}" type="slidenum">
              <a:rPr lang="es-ES" smtClean="0"/>
              <a:pPr/>
              <a:t>43</a:t>
            </a:fld>
            <a:endParaRPr lang="es-ES" dirty="0"/>
          </a:p>
        </p:txBody>
      </p:sp>
      <p:pic>
        <p:nvPicPr>
          <p:cNvPr id="6" name="Marcador de contenido 8">
            <a:extLst>
              <a:ext uri="{FF2B5EF4-FFF2-40B4-BE49-F238E27FC236}">
                <a16:creationId xmlns:a16="http://schemas.microsoft.com/office/drawing/2014/main" id="{5F3FE1FC-0B5C-4454-8970-22D37F2E9D1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3316648" y="579352"/>
            <a:ext cx="6234804" cy="5982123"/>
          </a:xfrm>
        </p:spPr>
      </p:pic>
    </p:spTree>
    <p:extLst>
      <p:ext uri="{BB962C8B-B14F-4D97-AF65-F5344CB8AC3E}">
        <p14:creationId xmlns:p14="http://schemas.microsoft.com/office/powerpoint/2010/main" val="24324861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A48761-072E-481A-A155-2A8D9D3AA427}"/>
              </a:ext>
            </a:extLst>
          </p:cNvPr>
          <p:cNvSpPr>
            <a:spLocks noGrp="1"/>
          </p:cNvSpPr>
          <p:nvPr>
            <p:ph type="title"/>
          </p:nvPr>
        </p:nvSpPr>
        <p:spPr/>
        <p:txBody>
          <a:bodyPr/>
          <a:lstStyle/>
          <a:p>
            <a:r>
              <a:rPr lang="es-ES" dirty="0"/>
              <a:t>Sostenibilidad: Impactos ambientales TIC </a:t>
            </a:r>
          </a:p>
        </p:txBody>
      </p:sp>
      <p:sp>
        <p:nvSpPr>
          <p:cNvPr id="3" name="Marcador de contenido 2">
            <a:extLst>
              <a:ext uri="{FF2B5EF4-FFF2-40B4-BE49-F238E27FC236}">
                <a16:creationId xmlns:a16="http://schemas.microsoft.com/office/drawing/2014/main" id="{6063960B-817A-4611-8D43-4BB490729398}"/>
              </a:ext>
            </a:extLst>
          </p:cNvPr>
          <p:cNvSpPr>
            <a:spLocks noGrp="1"/>
          </p:cNvSpPr>
          <p:nvPr>
            <p:ph idx="1"/>
          </p:nvPr>
        </p:nvSpPr>
        <p:spPr/>
        <p:txBody>
          <a:bodyPr vert="horz" lIns="91440" tIns="45720" rIns="91440" bIns="45720" rtlCol="0" anchor="t">
            <a:normAutofit/>
          </a:bodyPr>
          <a:lstStyle/>
          <a:p>
            <a:pPr marL="0" indent="0" algn="ctr">
              <a:buNone/>
            </a:pPr>
            <a:r>
              <a:rPr lang="es-ES" b="1" dirty="0">
                <a:solidFill>
                  <a:srgbClr val="FF0000"/>
                </a:solidFill>
              </a:rPr>
              <a:t>NEGATIVOS</a:t>
            </a:r>
          </a:p>
          <a:p>
            <a:pPr marL="0" indent="0" algn="ctr">
              <a:buNone/>
            </a:pPr>
            <a:endParaRPr lang="es-ES" b="1" dirty="0">
              <a:solidFill>
                <a:srgbClr val="FF0000"/>
              </a:solidFill>
            </a:endParaRPr>
          </a:p>
          <a:p>
            <a:r>
              <a:rPr lang="es-ES" b="1" dirty="0"/>
              <a:t>Contaminación</a:t>
            </a:r>
            <a:r>
              <a:rPr lang="es-ES" dirty="0"/>
              <a:t> por materiales tóxicos: extracción, producción y desecho. </a:t>
            </a:r>
          </a:p>
          <a:p>
            <a:r>
              <a:rPr lang="es-ES" dirty="0"/>
              <a:t>Consumo materiales, agua y energía: </a:t>
            </a:r>
            <a:r>
              <a:rPr lang="es-ES" b="1" dirty="0"/>
              <a:t>producción, uso y reciclaje</a:t>
            </a:r>
            <a:endParaRPr lang="es-ES" b="1" dirty="0">
              <a:cs typeface="Calibri"/>
            </a:endParaRPr>
          </a:p>
          <a:p>
            <a:r>
              <a:rPr lang="es-ES" dirty="0"/>
              <a:t>Impacto paisajístico, basura espacial</a:t>
            </a:r>
          </a:p>
          <a:p>
            <a:pPr marL="0" indent="0">
              <a:buNone/>
            </a:pPr>
            <a:endParaRPr lang="es-ES" b="1" dirty="0"/>
          </a:p>
        </p:txBody>
      </p:sp>
      <p:sp>
        <p:nvSpPr>
          <p:cNvPr id="4" name="Marcador de pie de página 3">
            <a:extLst>
              <a:ext uri="{FF2B5EF4-FFF2-40B4-BE49-F238E27FC236}">
                <a16:creationId xmlns:a16="http://schemas.microsoft.com/office/drawing/2014/main" id="{A6C7FF77-FE19-4D48-BD9C-236204D2BD40}"/>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934D6A2E-497D-4744-BEBC-C5BAE133AADB}"/>
              </a:ext>
            </a:extLst>
          </p:cNvPr>
          <p:cNvSpPr>
            <a:spLocks noGrp="1"/>
          </p:cNvSpPr>
          <p:nvPr>
            <p:ph type="sldNum" sz="quarter" idx="12"/>
          </p:nvPr>
        </p:nvSpPr>
        <p:spPr/>
        <p:txBody>
          <a:bodyPr/>
          <a:lstStyle/>
          <a:p>
            <a:fld id="{DD78B9B0-B568-4B7D-A141-3C843B6BAC7A}" type="slidenum">
              <a:rPr lang="es-ES" smtClean="0"/>
              <a:pPr/>
              <a:t>44</a:t>
            </a:fld>
            <a:endParaRPr lang="es-ES" dirty="0"/>
          </a:p>
        </p:txBody>
      </p:sp>
    </p:spTree>
    <p:extLst>
      <p:ext uri="{BB962C8B-B14F-4D97-AF65-F5344CB8AC3E}">
        <p14:creationId xmlns:p14="http://schemas.microsoft.com/office/powerpoint/2010/main" val="11644745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F212F-4941-4DCD-84BE-7C200BB48B34}"/>
              </a:ext>
            </a:extLst>
          </p:cNvPr>
          <p:cNvSpPr>
            <a:spLocks noGrp="1"/>
          </p:cNvSpPr>
          <p:nvPr>
            <p:ph type="title"/>
          </p:nvPr>
        </p:nvSpPr>
        <p:spPr/>
        <p:txBody>
          <a:bodyPr/>
          <a:lstStyle/>
          <a:p>
            <a:r>
              <a:rPr lang="es-ES" dirty="0"/>
              <a:t>Sostenibilidad: Impactos ambientales TIC </a:t>
            </a:r>
          </a:p>
        </p:txBody>
      </p:sp>
      <p:sp>
        <p:nvSpPr>
          <p:cNvPr id="3" name="Marcador de contenido 2">
            <a:extLst>
              <a:ext uri="{FF2B5EF4-FFF2-40B4-BE49-F238E27FC236}">
                <a16:creationId xmlns:a16="http://schemas.microsoft.com/office/drawing/2014/main" id="{956819C5-7E28-400C-849A-145575B4148A}"/>
              </a:ext>
            </a:extLst>
          </p:cNvPr>
          <p:cNvSpPr>
            <a:spLocks noGrp="1"/>
          </p:cNvSpPr>
          <p:nvPr>
            <p:ph idx="1"/>
          </p:nvPr>
        </p:nvSpPr>
        <p:spPr/>
        <p:txBody>
          <a:bodyPr/>
          <a:lstStyle/>
          <a:p>
            <a:pPr marL="0" indent="0" algn="ctr">
              <a:buNone/>
            </a:pPr>
            <a:r>
              <a:rPr lang="es-ES" b="1" dirty="0">
                <a:solidFill>
                  <a:schemeClr val="accent5">
                    <a:lumMod val="75000"/>
                  </a:schemeClr>
                </a:solidFill>
              </a:rPr>
              <a:t>POSITIVOS</a:t>
            </a:r>
          </a:p>
          <a:p>
            <a:pPr marL="625475" indent="-180975">
              <a:defRPr/>
            </a:pPr>
            <a:r>
              <a:rPr lang="es-ES" altLang="es-ES" b="1" dirty="0">
                <a:ea typeface="ＭＳ Ｐゴシック" panose="020B0600070205080204" pitchFamily="34" charset="-128"/>
              </a:rPr>
              <a:t>Reducción de emisiones </a:t>
            </a:r>
            <a:r>
              <a:rPr lang="es-ES" altLang="es-ES" dirty="0">
                <a:ea typeface="ＭＳ Ｐゴシック" panose="020B0600070205080204" pitchFamily="34" charset="-128"/>
              </a:rPr>
              <a:t>(sistemas inteligentes de control industrial, transporte, gestión de la energía,…)</a:t>
            </a:r>
            <a:br>
              <a:rPr lang="es-ES" altLang="es-ES" dirty="0">
                <a:ea typeface="ＭＳ Ｐゴシック" panose="020B0600070205080204" pitchFamily="34" charset="-128"/>
              </a:rPr>
            </a:br>
            <a:endParaRPr lang="es-ES" altLang="es-ES" dirty="0">
              <a:ea typeface="ＭＳ Ｐゴシック" panose="020B0600070205080204" pitchFamily="34" charset="-128"/>
            </a:endParaRPr>
          </a:p>
          <a:p>
            <a:pPr marL="625475" indent="-180975">
              <a:defRPr/>
            </a:pPr>
            <a:r>
              <a:rPr lang="es-ES" altLang="es-ES" dirty="0">
                <a:ea typeface="ＭＳ Ｐゴシック" panose="020B0600070205080204" pitchFamily="34" charset="-128"/>
              </a:rPr>
              <a:t>Reemplazar bienes materiales por </a:t>
            </a:r>
            <a:r>
              <a:rPr lang="es-ES" altLang="es-ES" b="1" dirty="0">
                <a:ea typeface="ＭＳ Ｐゴシック" panose="020B0600070205080204" pitchFamily="34" charset="-128"/>
              </a:rPr>
              <a:t>productos virtuales</a:t>
            </a:r>
            <a:r>
              <a:rPr lang="es-ES" altLang="es-ES" dirty="0">
                <a:ea typeface="ＭＳ Ｐゴシック" panose="020B0600070205080204" pitchFamily="34" charset="-128"/>
              </a:rPr>
              <a:t> (música en línea, </a:t>
            </a:r>
            <a:r>
              <a:rPr lang="es-ES" altLang="es-ES" dirty="0" err="1">
                <a:ea typeface="ＭＳ Ｐゴシック" panose="020B0600070205080204" pitchFamily="34" charset="-128"/>
              </a:rPr>
              <a:t>tele-reuniones</a:t>
            </a:r>
            <a:r>
              <a:rPr lang="es-ES" altLang="es-ES" dirty="0">
                <a:ea typeface="ＭＳ Ｐゴシック" panose="020B0600070205080204" pitchFamily="34" charset="-128"/>
              </a:rPr>
              <a:t>,…)</a:t>
            </a:r>
            <a:br>
              <a:rPr lang="es-ES" altLang="es-ES" dirty="0">
                <a:ea typeface="ＭＳ Ｐゴシック" panose="020B0600070205080204" pitchFamily="34" charset="-128"/>
              </a:rPr>
            </a:br>
            <a:endParaRPr lang="es-ES" altLang="es-ES" dirty="0">
              <a:ea typeface="ＭＳ Ｐゴシック" panose="020B0600070205080204" pitchFamily="34" charset="-128"/>
            </a:endParaRPr>
          </a:p>
          <a:p>
            <a:pPr marL="625475" indent="-180975">
              <a:defRPr/>
            </a:pPr>
            <a:r>
              <a:rPr lang="es-ES" altLang="es-ES" b="1" dirty="0">
                <a:ea typeface="ＭＳ Ｐゴシック" panose="020B0600070205080204" pitchFamily="34" charset="-128"/>
              </a:rPr>
              <a:t>Monitoreo ambiental y climático</a:t>
            </a:r>
            <a:r>
              <a:rPr lang="es-ES" altLang="es-ES" dirty="0">
                <a:ea typeface="ＭＳ Ｐゴシック" panose="020B0600070205080204" pitchFamily="34" charset="-128"/>
              </a:rPr>
              <a:t>, alerta temprana, prevención catástrofes,… (satélite, sensores,…) </a:t>
            </a:r>
            <a:br>
              <a:rPr lang="es-ES" altLang="es-ES" dirty="0">
                <a:ea typeface="ＭＳ Ｐゴシック" panose="020B0600070205080204" pitchFamily="34" charset="-128"/>
              </a:rPr>
            </a:br>
            <a:endParaRPr lang="es-ES" altLang="es-ES" dirty="0">
              <a:ea typeface="ＭＳ Ｐゴシック" panose="020B0600070205080204" pitchFamily="34" charset="-128"/>
            </a:endParaRPr>
          </a:p>
          <a:p>
            <a:pPr marL="625475" indent="-180975">
              <a:defRPr/>
            </a:pPr>
            <a:r>
              <a:rPr lang="es-ES" altLang="es-ES" dirty="0">
                <a:ea typeface="ＭＳ Ｐゴシック" panose="020B0600070205080204" pitchFamily="34" charset="-128"/>
              </a:rPr>
              <a:t>Difusión de información y </a:t>
            </a:r>
            <a:r>
              <a:rPr lang="es-ES" altLang="es-ES" b="1" dirty="0">
                <a:ea typeface="ＭＳ Ｐゴシック" panose="020B0600070205080204" pitchFamily="34" charset="-128"/>
              </a:rPr>
              <a:t>sensibilización</a:t>
            </a:r>
          </a:p>
          <a:p>
            <a:pPr marL="0" indent="0">
              <a:buNone/>
            </a:pPr>
            <a:endParaRPr lang="es-ES" dirty="0">
              <a:solidFill>
                <a:schemeClr val="accent5">
                  <a:lumMod val="75000"/>
                </a:schemeClr>
              </a:solidFill>
            </a:endParaRPr>
          </a:p>
        </p:txBody>
      </p:sp>
      <p:sp>
        <p:nvSpPr>
          <p:cNvPr id="4" name="Marcador de pie de página 3">
            <a:extLst>
              <a:ext uri="{FF2B5EF4-FFF2-40B4-BE49-F238E27FC236}">
                <a16:creationId xmlns:a16="http://schemas.microsoft.com/office/drawing/2014/main" id="{FA314735-60A8-4A59-9BE3-1284D4B22C1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E068EF3F-1EA3-4B2E-B7B9-69A321DB7C53}"/>
              </a:ext>
            </a:extLst>
          </p:cNvPr>
          <p:cNvSpPr>
            <a:spLocks noGrp="1"/>
          </p:cNvSpPr>
          <p:nvPr>
            <p:ph type="sldNum" sz="quarter" idx="12"/>
          </p:nvPr>
        </p:nvSpPr>
        <p:spPr/>
        <p:txBody>
          <a:bodyPr/>
          <a:lstStyle/>
          <a:p>
            <a:fld id="{DD78B9B0-B568-4B7D-A141-3C843B6BAC7A}" type="slidenum">
              <a:rPr lang="es-ES" smtClean="0"/>
              <a:pPr/>
              <a:t>45</a:t>
            </a:fld>
            <a:endParaRPr lang="es-ES" dirty="0"/>
          </a:p>
        </p:txBody>
      </p:sp>
    </p:spTree>
    <p:extLst>
      <p:ext uri="{BB962C8B-B14F-4D97-AF65-F5344CB8AC3E}">
        <p14:creationId xmlns:p14="http://schemas.microsoft.com/office/powerpoint/2010/main" val="4746464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30262A-997A-446C-A333-D1745B3FAF36}"/>
              </a:ext>
            </a:extLst>
          </p:cNvPr>
          <p:cNvSpPr>
            <a:spLocks noGrp="1"/>
          </p:cNvSpPr>
          <p:nvPr>
            <p:ph type="title"/>
          </p:nvPr>
        </p:nvSpPr>
        <p:spPr/>
        <p:txBody>
          <a:bodyPr/>
          <a:lstStyle/>
          <a:p>
            <a:r>
              <a:rPr lang="es-ES" dirty="0"/>
              <a:t>Normativa española sobre Aparatos Eléctricos y Electrónicos (AEE)</a:t>
            </a:r>
          </a:p>
        </p:txBody>
      </p:sp>
      <p:sp>
        <p:nvSpPr>
          <p:cNvPr id="3" name="Marcador de contenido 2">
            <a:extLst>
              <a:ext uri="{FF2B5EF4-FFF2-40B4-BE49-F238E27FC236}">
                <a16:creationId xmlns:a16="http://schemas.microsoft.com/office/drawing/2014/main" id="{855DC2DF-6594-489B-88F6-D17E2E179A08}"/>
              </a:ext>
            </a:extLst>
          </p:cNvPr>
          <p:cNvSpPr>
            <a:spLocks noGrp="1"/>
          </p:cNvSpPr>
          <p:nvPr>
            <p:ph idx="1"/>
          </p:nvPr>
        </p:nvSpPr>
        <p:spPr/>
        <p:txBody>
          <a:bodyPr>
            <a:normAutofit/>
          </a:bodyPr>
          <a:lstStyle/>
          <a:p>
            <a:r>
              <a:rPr lang="es-ES" dirty="0"/>
              <a:t>RD 110/2015</a:t>
            </a:r>
          </a:p>
          <a:p>
            <a:pPr lvl="1"/>
            <a:r>
              <a:rPr lang="es-ES" dirty="0"/>
              <a:t>Mejorar la eficiencia en el uso de recursos y reducir sus impactos globales</a:t>
            </a:r>
          </a:p>
          <a:p>
            <a:pPr lvl="1"/>
            <a:r>
              <a:rPr lang="es-ES" dirty="0"/>
              <a:t>Incorporar la jerarquía de residuos</a:t>
            </a:r>
          </a:p>
          <a:p>
            <a:pPr lvl="1"/>
            <a:r>
              <a:rPr lang="es-ES" dirty="0"/>
              <a:t>Contribuir al desarrollo sostenible y al estímulo del empleo verde</a:t>
            </a:r>
          </a:p>
          <a:p>
            <a:pPr lvl="1"/>
            <a:r>
              <a:rPr lang="es-ES" dirty="0"/>
              <a:t>Dotar de claridad normativa y describir las obligaciones de todos los agentes implicados en la cadena de RAEE.</a:t>
            </a:r>
          </a:p>
          <a:p>
            <a:pPr lvl="1"/>
            <a:r>
              <a:rPr lang="es-ES" dirty="0"/>
              <a:t>La constitución de un único instrumento de datos de RAEE a nivel </a:t>
            </a:r>
            <a:r>
              <a:rPr lang="es-ES" dirty="0" err="1"/>
              <a:t>autonómicoy</a:t>
            </a:r>
            <a:r>
              <a:rPr lang="es-ES" dirty="0"/>
              <a:t> estatal que garantice la trazabilidad de cada fase del residuo (Plataforma electrónica de gestión de RAEE) y que será supervisado por las administraciones públicas.</a:t>
            </a:r>
          </a:p>
          <a:p>
            <a:pPr lvl="1"/>
            <a:r>
              <a:rPr lang="es-ES" dirty="0"/>
              <a:t>Fomentar el ecodiseño de AEE por parte de fabricantes</a:t>
            </a:r>
          </a:p>
          <a:p>
            <a:pPr lvl="1"/>
            <a:r>
              <a:rPr lang="es-ES" dirty="0"/>
              <a:t>Optimizar la gestión de los RAEE bajo responsabilidad ampliada del productor (RAP)</a:t>
            </a:r>
          </a:p>
          <a:p>
            <a:endParaRPr lang="es-ES" dirty="0"/>
          </a:p>
        </p:txBody>
      </p:sp>
      <p:sp>
        <p:nvSpPr>
          <p:cNvPr id="4" name="Marcador de pie de página 3">
            <a:extLst>
              <a:ext uri="{FF2B5EF4-FFF2-40B4-BE49-F238E27FC236}">
                <a16:creationId xmlns:a16="http://schemas.microsoft.com/office/drawing/2014/main" id="{2AF0F0F0-46D4-49A2-80AC-C65326313145}"/>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E3B914E2-6FBF-46C6-B2AB-055E9EF7A15D}"/>
              </a:ext>
            </a:extLst>
          </p:cNvPr>
          <p:cNvSpPr>
            <a:spLocks noGrp="1"/>
          </p:cNvSpPr>
          <p:nvPr>
            <p:ph type="sldNum" sz="quarter" idx="12"/>
          </p:nvPr>
        </p:nvSpPr>
        <p:spPr/>
        <p:txBody>
          <a:bodyPr/>
          <a:lstStyle/>
          <a:p>
            <a:fld id="{DD78B9B0-B568-4B7D-A141-3C843B6BAC7A}" type="slidenum">
              <a:rPr lang="es-ES" smtClean="0"/>
              <a:pPr/>
              <a:t>46</a:t>
            </a:fld>
            <a:endParaRPr lang="es-ES" dirty="0"/>
          </a:p>
        </p:txBody>
      </p:sp>
    </p:spTree>
    <p:extLst>
      <p:ext uri="{BB962C8B-B14F-4D97-AF65-F5344CB8AC3E}">
        <p14:creationId xmlns:p14="http://schemas.microsoft.com/office/powerpoint/2010/main" val="47502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C7FB66-9098-4BC1-8F11-14E9BABBA8FD}"/>
              </a:ext>
            </a:extLst>
          </p:cNvPr>
          <p:cNvSpPr>
            <a:spLocks noGrp="1"/>
          </p:cNvSpPr>
          <p:nvPr>
            <p:ph type="title"/>
          </p:nvPr>
        </p:nvSpPr>
        <p:spPr>
          <a:xfrm>
            <a:off x="764771" y="15355"/>
            <a:ext cx="11338559" cy="558803"/>
          </a:xfrm>
        </p:spPr>
        <p:txBody>
          <a:bodyPr>
            <a:normAutofit/>
          </a:bodyPr>
          <a:lstStyle/>
          <a:p>
            <a:r>
              <a:rPr lang="es-ES" dirty="0"/>
              <a:t>Normativas</a:t>
            </a:r>
          </a:p>
        </p:txBody>
      </p:sp>
      <p:sp>
        <p:nvSpPr>
          <p:cNvPr id="3" name="Marcador de contenido 2">
            <a:extLst>
              <a:ext uri="{FF2B5EF4-FFF2-40B4-BE49-F238E27FC236}">
                <a16:creationId xmlns:a16="http://schemas.microsoft.com/office/drawing/2014/main" id="{434DFBA0-0BD0-45A6-BF3E-B7E7802D8517}"/>
              </a:ext>
            </a:extLst>
          </p:cNvPr>
          <p:cNvSpPr>
            <a:spLocks noGrp="1"/>
          </p:cNvSpPr>
          <p:nvPr>
            <p:ph idx="1"/>
          </p:nvPr>
        </p:nvSpPr>
        <p:spPr/>
        <p:txBody>
          <a:bodyPr/>
          <a:lstStyle/>
          <a:p>
            <a:pPr marL="0" indent="0">
              <a:buNone/>
            </a:pPr>
            <a:r>
              <a:rPr lang="es-ES" dirty="0"/>
              <a:t>Normativas sobre el uso de sustancias peligrosas en aparatos electrónicos y la gestión de sus residuos</a:t>
            </a:r>
          </a:p>
          <a:p>
            <a:r>
              <a:rPr lang="es-ES" dirty="0"/>
              <a:t>Se establecen </a:t>
            </a:r>
            <a:r>
              <a:rPr lang="es-ES" b="1" dirty="0"/>
              <a:t>medidas de prevención </a:t>
            </a:r>
            <a:r>
              <a:rPr lang="es-ES" dirty="0"/>
              <a:t>desde la fase de diseño y fabricación: </a:t>
            </a:r>
          </a:p>
          <a:p>
            <a:pPr lvl="1"/>
            <a:r>
              <a:rPr lang="es-ES" dirty="0"/>
              <a:t>limitar la inclusión en ellos de sustancias peligrosas, </a:t>
            </a:r>
          </a:p>
          <a:p>
            <a:pPr lvl="1"/>
            <a:r>
              <a:rPr lang="es-ES" dirty="0"/>
              <a:t>facilitar su reutilización y reciclaje posterior, </a:t>
            </a:r>
          </a:p>
          <a:p>
            <a:pPr lvl="1"/>
            <a:r>
              <a:rPr lang="es-ES" dirty="0"/>
              <a:t>mejorar la información para gestores y usuarios.</a:t>
            </a:r>
          </a:p>
          <a:p>
            <a:r>
              <a:rPr lang="es-ES" dirty="0"/>
              <a:t>Se determina </a:t>
            </a:r>
            <a:r>
              <a:rPr lang="es-ES" b="1" dirty="0"/>
              <a:t>cómo gestionar los residuos</a:t>
            </a:r>
            <a:r>
              <a:rPr lang="es-ES" dirty="0"/>
              <a:t>. </a:t>
            </a:r>
          </a:p>
          <a:p>
            <a:pPr lvl="1"/>
            <a:r>
              <a:rPr lang="es-ES" dirty="0"/>
              <a:t>el productor debe hacerse cargo de los costes (principio «quien contamina paga») y facilitar la recogida desde las instalaciones de almacenamiento temporal  establecidas por los entes locales o desde los distribuidores.</a:t>
            </a:r>
          </a:p>
          <a:p>
            <a:endParaRPr lang="es-ES" dirty="0"/>
          </a:p>
        </p:txBody>
      </p:sp>
      <p:sp>
        <p:nvSpPr>
          <p:cNvPr id="4" name="Marcador de pie de página 3">
            <a:extLst>
              <a:ext uri="{FF2B5EF4-FFF2-40B4-BE49-F238E27FC236}">
                <a16:creationId xmlns:a16="http://schemas.microsoft.com/office/drawing/2014/main" id="{4579E7EB-EA7D-461E-BEA7-912D91F1C128}"/>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F6250FBE-500C-4394-A1BA-47CC34E6DB0D}"/>
              </a:ext>
            </a:extLst>
          </p:cNvPr>
          <p:cNvSpPr>
            <a:spLocks noGrp="1"/>
          </p:cNvSpPr>
          <p:nvPr>
            <p:ph type="sldNum" sz="quarter" idx="12"/>
          </p:nvPr>
        </p:nvSpPr>
        <p:spPr/>
        <p:txBody>
          <a:bodyPr/>
          <a:lstStyle/>
          <a:p>
            <a:fld id="{DD78B9B0-B568-4B7D-A141-3C843B6BAC7A}" type="slidenum">
              <a:rPr lang="es-ES" smtClean="0"/>
              <a:pPr/>
              <a:t>47</a:t>
            </a:fld>
            <a:endParaRPr lang="es-ES" dirty="0"/>
          </a:p>
        </p:txBody>
      </p:sp>
    </p:spTree>
    <p:extLst>
      <p:ext uri="{BB962C8B-B14F-4D97-AF65-F5344CB8AC3E}">
        <p14:creationId xmlns:p14="http://schemas.microsoft.com/office/powerpoint/2010/main" val="26157307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9E7C4B-F88C-499E-9B61-4B524BB57626}"/>
              </a:ext>
            </a:extLst>
          </p:cNvPr>
          <p:cNvSpPr>
            <a:spLocks noGrp="1"/>
          </p:cNvSpPr>
          <p:nvPr>
            <p:ph type="title"/>
          </p:nvPr>
        </p:nvSpPr>
        <p:spPr/>
        <p:txBody>
          <a:bodyPr/>
          <a:lstStyle/>
          <a:p>
            <a:r>
              <a:rPr lang="es-ES" dirty="0"/>
              <a:t>Otras normativas /directivas / estándares</a:t>
            </a:r>
          </a:p>
        </p:txBody>
      </p:sp>
      <p:sp>
        <p:nvSpPr>
          <p:cNvPr id="3" name="Marcador de contenido 2">
            <a:extLst>
              <a:ext uri="{FF2B5EF4-FFF2-40B4-BE49-F238E27FC236}">
                <a16:creationId xmlns:a16="http://schemas.microsoft.com/office/drawing/2014/main" id="{5F365B62-A80E-456C-A7EB-9FEF33412EBD}"/>
              </a:ext>
            </a:extLst>
          </p:cNvPr>
          <p:cNvSpPr>
            <a:spLocks noGrp="1"/>
          </p:cNvSpPr>
          <p:nvPr>
            <p:ph idx="1"/>
          </p:nvPr>
        </p:nvSpPr>
        <p:spPr>
          <a:xfrm>
            <a:off x="116378" y="681644"/>
            <a:ext cx="9304070" cy="5702531"/>
          </a:xfrm>
        </p:spPr>
        <p:txBody>
          <a:bodyPr>
            <a:normAutofit fontScale="92500" lnSpcReduction="20000"/>
          </a:bodyPr>
          <a:lstStyle/>
          <a:p>
            <a:r>
              <a:rPr lang="es-ES" dirty="0"/>
              <a:t>Convenio de Basilea de Naciones Unidas, que prohíbe el envío de residuos peligrosos, incluyendo los residuos electrónicos, a países en vías de desarrollo. </a:t>
            </a:r>
          </a:p>
          <a:p>
            <a:endParaRPr lang="es-ES" dirty="0"/>
          </a:p>
          <a:p>
            <a:r>
              <a:rPr lang="es-ES" dirty="0"/>
              <a:t>Estándar internacional de gestión ambiental ISO 14000: http://www.iso.org/iso/iso14000 </a:t>
            </a:r>
          </a:p>
          <a:p>
            <a:endParaRPr lang="es-ES" dirty="0"/>
          </a:p>
          <a:p>
            <a:r>
              <a:rPr lang="es-ES" dirty="0"/>
              <a:t> Regulación del consumo energético en banda ancha: http://www.upm.es/institucional/UPM/CanalUPM/NoticiasPortada/Contenido/0a3d2e7a09df4410VgnVCM10000009c7648aRCRD </a:t>
            </a:r>
          </a:p>
          <a:p>
            <a:endParaRPr lang="es-ES" dirty="0"/>
          </a:p>
          <a:p>
            <a:r>
              <a:rPr lang="es-ES" dirty="0"/>
              <a:t>Directiva de </a:t>
            </a:r>
            <a:r>
              <a:rPr lang="es-ES" dirty="0" err="1"/>
              <a:t>Reporting</a:t>
            </a:r>
            <a:r>
              <a:rPr lang="es-ES" dirty="0"/>
              <a:t> no financiero</a:t>
            </a:r>
            <a:br>
              <a:rPr lang="es-ES" dirty="0"/>
            </a:br>
            <a:r>
              <a:rPr lang="es-ES" dirty="0"/>
              <a:t>http://www.observatorio-rse.org.es/Publicaciones/Directiva%202014_95%20sobre%20divulgaci%C3%B3n%20de%20informaci%C3%B3n%20no%20financiera.pdf</a:t>
            </a:r>
          </a:p>
          <a:p>
            <a:endParaRPr lang="es-ES" dirty="0"/>
          </a:p>
        </p:txBody>
      </p:sp>
      <p:sp>
        <p:nvSpPr>
          <p:cNvPr id="4" name="Marcador de pie de página 3">
            <a:extLst>
              <a:ext uri="{FF2B5EF4-FFF2-40B4-BE49-F238E27FC236}">
                <a16:creationId xmlns:a16="http://schemas.microsoft.com/office/drawing/2014/main" id="{2EED0B16-70DF-4CCF-8118-4953938F7A04}"/>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7B62975-FD5C-4AF3-996F-A8C64AA2D773}"/>
              </a:ext>
            </a:extLst>
          </p:cNvPr>
          <p:cNvSpPr>
            <a:spLocks noGrp="1"/>
          </p:cNvSpPr>
          <p:nvPr>
            <p:ph type="sldNum" sz="quarter" idx="12"/>
          </p:nvPr>
        </p:nvSpPr>
        <p:spPr/>
        <p:txBody>
          <a:bodyPr/>
          <a:lstStyle/>
          <a:p>
            <a:fld id="{DD78B9B0-B568-4B7D-A141-3C843B6BAC7A}" type="slidenum">
              <a:rPr lang="es-ES" smtClean="0"/>
              <a:pPr/>
              <a:t>48</a:t>
            </a:fld>
            <a:endParaRPr lang="es-ES" dirty="0"/>
          </a:p>
        </p:txBody>
      </p:sp>
      <p:pic>
        <p:nvPicPr>
          <p:cNvPr id="6" name="Picture 4" descr="https://encrypted-tbn3.gstatic.com/images?q=tbn:ANd9GcSCK62-RKtEczas4yUfnJexWpkSmrTSG9OQtv13pepYGCqwRezHAQ">
            <a:extLst>
              <a:ext uri="{FF2B5EF4-FFF2-40B4-BE49-F238E27FC236}">
                <a16:creationId xmlns:a16="http://schemas.microsoft.com/office/drawing/2014/main" id="{A9DE2F2C-6D7E-4732-81DD-09CC0F9B91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6947" y="681644"/>
            <a:ext cx="20986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9506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A1EF3709-BFB0-49B5-A5AD-024F74DE3A73}"/>
              </a:ext>
            </a:extLst>
          </p:cNvPr>
          <p:cNvSpPr>
            <a:spLocks noGrp="1"/>
          </p:cNvSpPr>
          <p:nvPr>
            <p:ph type="ctrTitle"/>
          </p:nvPr>
        </p:nvSpPr>
        <p:spPr/>
        <p:txBody>
          <a:bodyPr>
            <a:normAutofit fontScale="90000"/>
          </a:bodyPr>
          <a:lstStyle/>
          <a:p>
            <a:r>
              <a:rPr lang="es-ES" dirty="0"/>
              <a:t>1.3 Agenda 2030 y Objetivos de Desarrollo Sostenible (ODS)</a:t>
            </a:r>
          </a:p>
        </p:txBody>
      </p:sp>
      <p:sp>
        <p:nvSpPr>
          <p:cNvPr id="7" name="Subtítulo 6">
            <a:extLst>
              <a:ext uri="{FF2B5EF4-FFF2-40B4-BE49-F238E27FC236}">
                <a16:creationId xmlns:a16="http://schemas.microsoft.com/office/drawing/2014/main" id="{84D95D6E-9D8D-4AF9-BBD6-0E79C22AF122}"/>
              </a:ext>
            </a:extLst>
          </p:cNvPr>
          <p:cNvSpPr>
            <a:spLocks noGrp="1"/>
          </p:cNvSpPr>
          <p:nvPr>
            <p:ph type="subTitle" idx="1"/>
          </p:nvPr>
        </p:nvSpPr>
        <p:spPr/>
        <p:txBody>
          <a:bodyPr/>
          <a:lstStyle/>
          <a:p>
            <a:pPr lvl="1">
              <a:lnSpc>
                <a:spcPct val="200000"/>
              </a:lnSpc>
              <a:defRPr/>
            </a:pPr>
            <a:endParaRPr lang="es-ES" altLang="es-ES" sz="2200" dirty="0">
              <a:latin typeface="Calibri" panose="020F0502020204030204" pitchFamily="34" charset="0"/>
              <a:ea typeface="ＭＳ Ｐゴシック" panose="020B0600070205080204" pitchFamily="34" charset="-128"/>
              <a:cs typeface="Calibri" panose="020F0502020204030204" pitchFamily="34" charset="0"/>
            </a:endParaRPr>
          </a:p>
        </p:txBody>
      </p:sp>
      <p:sp>
        <p:nvSpPr>
          <p:cNvPr id="4" name="Marcador de pie de página 3">
            <a:extLst>
              <a:ext uri="{FF2B5EF4-FFF2-40B4-BE49-F238E27FC236}">
                <a16:creationId xmlns:a16="http://schemas.microsoft.com/office/drawing/2014/main" id="{80A17CF7-CCD0-4679-A4AF-B69D63C56F29}"/>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D94C2420-1EAD-41F8-8805-2549A17B891F}"/>
              </a:ext>
            </a:extLst>
          </p:cNvPr>
          <p:cNvSpPr>
            <a:spLocks noGrp="1"/>
          </p:cNvSpPr>
          <p:nvPr>
            <p:ph type="sldNum" sz="quarter" idx="12"/>
          </p:nvPr>
        </p:nvSpPr>
        <p:spPr/>
        <p:txBody>
          <a:bodyPr/>
          <a:lstStyle/>
          <a:p>
            <a:fld id="{DD78B9B0-B568-4B7D-A141-3C843B6BAC7A}" type="slidenum">
              <a:rPr lang="es-ES" smtClean="0"/>
              <a:pPr/>
              <a:t>49</a:t>
            </a:fld>
            <a:endParaRPr lang="es-ES" dirty="0"/>
          </a:p>
        </p:txBody>
      </p:sp>
    </p:spTree>
    <p:extLst>
      <p:ext uri="{BB962C8B-B14F-4D97-AF65-F5344CB8AC3E}">
        <p14:creationId xmlns:p14="http://schemas.microsoft.com/office/powerpoint/2010/main" val="26355398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67BAFE-C726-47B3-97B0-B08720730C00}"/>
              </a:ext>
            </a:extLst>
          </p:cNvPr>
          <p:cNvSpPr>
            <a:spLocks noGrp="1"/>
          </p:cNvSpPr>
          <p:nvPr>
            <p:ph type="title"/>
          </p:nvPr>
        </p:nvSpPr>
        <p:spPr/>
        <p:txBody>
          <a:bodyPr/>
          <a:lstStyle/>
          <a:p>
            <a:r>
              <a:rPr lang="es-ES" dirty="0"/>
              <a:t>Agenda 2030 y Objetivos de Desarrollo Sostenible (ODS)</a:t>
            </a:r>
          </a:p>
        </p:txBody>
      </p:sp>
      <p:sp>
        <p:nvSpPr>
          <p:cNvPr id="4" name="Marcador de pie de página 3">
            <a:extLst>
              <a:ext uri="{FF2B5EF4-FFF2-40B4-BE49-F238E27FC236}">
                <a16:creationId xmlns:a16="http://schemas.microsoft.com/office/drawing/2014/main" id="{74BDDCE3-CE6D-4FA8-868C-4730AC51FDB6}"/>
              </a:ext>
            </a:extLst>
          </p:cNvPr>
          <p:cNvSpPr>
            <a:spLocks noGrp="1"/>
          </p:cNvSpPr>
          <p:nvPr>
            <p:ph type="ftr" sz="quarter" idx="11"/>
          </p:nvPr>
        </p:nvSpPr>
        <p:spPr/>
        <p:txBody>
          <a:bodyPr/>
          <a:lstStyle/>
          <a:p>
            <a:r>
              <a:rPr lang="es-ES"/>
              <a:t>Aspectos Éticos y Sociales</a:t>
            </a:r>
            <a:endParaRPr lang="es-ES" dirty="0"/>
          </a:p>
        </p:txBody>
      </p:sp>
      <p:sp>
        <p:nvSpPr>
          <p:cNvPr id="5" name="Marcador de número de diapositiva 4">
            <a:extLst>
              <a:ext uri="{FF2B5EF4-FFF2-40B4-BE49-F238E27FC236}">
                <a16:creationId xmlns:a16="http://schemas.microsoft.com/office/drawing/2014/main" id="{BD82624B-85B7-48DE-A01C-B37A2A42FDD7}"/>
              </a:ext>
            </a:extLst>
          </p:cNvPr>
          <p:cNvSpPr>
            <a:spLocks noGrp="1"/>
          </p:cNvSpPr>
          <p:nvPr>
            <p:ph type="sldNum" sz="quarter" idx="12"/>
          </p:nvPr>
        </p:nvSpPr>
        <p:spPr/>
        <p:txBody>
          <a:bodyPr/>
          <a:lstStyle/>
          <a:p>
            <a:fld id="{DD78B9B0-B568-4B7D-A141-3C843B6BAC7A}" type="slidenum">
              <a:rPr lang="es-ES" smtClean="0"/>
              <a:pPr/>
              <a:t>50</a:t>
            </a:fld>
            <a:endParaRPr lang="es-ES" dirty="0"/>
          </a:p>
        </p:txBody>
      </p:sp>
      <p:pic>
        <p:nvPicPr>
          <p:cNvPr id="6" name="Imagen 5" descr="http://www.onu.org.mx/wp-content/uploads/2015/10/ODS_2030-1024x669.png">
            <a:extLst>
              <a:ext uri="{FF2B5EF4-FFF2-40B4-BE49-F238E27FC236}">
                <a16:creationId xmlns:a16="http://schemas.microsoft.com/office/drawing/2014/main" id="{71957B48-2484-4235-9CF6-0F62C9560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678" y="720751"/>
            <a:ext cx="8745293" cy="571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9969128"/>
      </p:ext>
    </p:extLst>
  </p:cSld>
  <p:clrMapOvr>
    <a:masterClrMapping/>
  </p:clrMapOvr>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c6d38c2-ef1f-43f9-b3ba-1e97da50fd4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80CEE182B6CB3D4695908A7994381103" ma:contentTypeVersion="15" ma:contentTypeDescription="Crear nuevo documento." ma:contentTypeScope="" ma:versionID="5420351da7149c26fc5ab86b8637f0fa">
  <xsd:schema xmlns:xsd="http://www.w3.org/2001/XMLSchema" xmlns:xs="http://www.w3.org/2001/XMLSchema" xmlns:p="http://schemas.microsoft.com/office/2006/metadata/properties" xmlns:ns3="f9fb9a99-2af2-42c0-91e6-c499fc1254df" xmlns:ns4="7c6d38c2-ef1f-43f9-b3ba-1e97da50fd4e" targetNamespace="http://schemas.microsoft.com/office/2006/metadata/properties" ma:root="true" ma:fieldsID="690de433b95d3d15c10f825ee6143074" ns3:_="" ns4:_="">
    <xsd:import namespace="f9fb9a99-2af2-42c0-91e6-c499fc1254df"/>
    <xsd:import namespace="7c6d38c2-ef1f-43f9-b3ba-1e97da50fd4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ServiceAutoKeyPoints" minOccurs="0"/>
                <xsd:element ref="ns4:MediaServiceKeyPoints" minOccurs="0"/>
                <xsd:element ref="ns4:MediaLengthInSeconds"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fb9a99-2af2-42c0-91e6-c499fc1254df"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c6d38c2-ef1f-43f9-b3ba-1e97da50fd4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00F88F-4974-404D-9C20-C967F417DACF}">
  <ds:schemaRefs>
    <ds:schemaRef ds:uri="http://purl.org/dc/elements/1.1/"/>
    <ds:schemaRef ds:uri="http://www.w3.org/XML/1998/namespace"/>
    <ds:schemaRef ds:uri="http://purl.org/dc/dcmitype/"/>
    <ds:schemaRef ds:uri="http://schemas.microsoft.com/office/2006/documentManagement/types"/>
    <ds:schemaRef ds:uri="http://schemas.microsoft.com/office/infopath/2007/PartnerControls"/>
    <ds:schemaRef ds:uri="http://purl.org/dc/terms/"/>
    <ds:schemaRef ds:uri="7c6d38c2-ef1f-43f9-b3ba-1e97da50fd4e"/>
    <ds:schemaRef ds:uri="http://schemas.openxmlformats.org/package/2006/metadata/core-properties"/>
    <ds:schemaRef ds:uri="f9fb9a99-2af2-42c0-91e6-c499fc1254df"/>
    <ds:schemaRef ds:uri="http://schemas.microsoft.com/office/2006/metadata/properties"/>
  </ds:schemaRefs>
</ds:datastoreItem>
</file>

<file path=customXml/itemProps2.xml><?xml version="1.0" encoding="utf-8"?>
<ds:datastoreItem xmlns:ds="http://schemas.openxmlformats.org/officeDocument/2006/customXml" ds:itemID="{75A599A3-690B-4E1E-8EBE-F4CE36BDCE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fb9a99-2af2-42c0-91e6-c499fc1254df"/>
    <ds:schemaRef ds:uri="7c6d38c2-ef1f-43f9-b3ba-1e97da50fd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4081592-A7F0-47B5-8156-4224D38D19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501</TotalTime>
  <Words>5427</Words>
  <Application>Microsoft Office PowerPoint</Application>
  <PresentationFormat>Panorámica</PresentationFormat>
  <Paragraphs>619</Paragraphs>
  <Slides>50</Slides>
  <Notes>28</Notes>
  <HiddenSlides>1</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50</vt:i4>
      </vt:variant>
    </vt:vector>
  </HeadingPairs>
  <TitlesOfParts>
    <vt:vector size="59" baseType="lpstr">
      <vt:lpstr>MS PGothic</vt:lpstr>
      <vt:lpstr>MS PGothic</vt:lpstr>
      <vt:lpstr>Yu Gothic</vt:lpstr>
      <vt:lpstr>Arial</vt:lpstr>
      <vt:lpstr>BlurMedium</vt:lpstr>
      <vt:lpstr>Calibri</vt:lpstr>
      <vt:lpstr>Corbel</vt:lpstr>
      <vt:lpstr>Wingdings</vt:lpstr>
      <vt:lpstr>Tema de Office</vt:lpstr>
      <vt:lpstr>Aspectos Éticos y Sociales</vt:lpstr>
      <vt:lpstr>La realidad (I)</vt:lpstr>
      <vt:lpstr>La realidad (II)</vt:lpstr>
      <vt:lpstr>La realidad (III)</vt:lpstr>
      <vt:lpstr>Programa del Tema 1</vt:lpstr>
      <vt:lpstr>1.Tecnología y Sociedad</vt:lpstr>
      <vt:lpstr>Presentación de PowerPoint</vt:lpstr>
      <vt:lpstr>Relación de Tecnología y Sociedad</vt:lpstr>
      <vt:lpstr>Relación de Tecnología y Sociedad</vt:lpstr>
      <vt:lpstr>Tecnología y Sociedad: Hecho cultural</vt:lpstr>
      <vt:lpstr>Tecnología y Sociedad: Hecho cultural</vt:lpstr>
      <vt:lpstr>Conflictos de valores y modelos</vt:lpstr>
      <vt:lpstr>Comentario del artículo: “¿Tienen política los artefactos?” (1984)</vt:lpstr>
      <vt:lpstr>Planes técnicos como formas de orden (I)</vt:lpstr>
      <vt:lpstr>Planes técnicos como formas de orden (II)</vt:lpstr>
      <vt:lpstr>Planes técnicos como formas de orden (III)</vt:lpstr>
      <vt:lpstr>Planes técnicos como formas de orden (III)</vt:lpstr>
      <vt:lpstr>Planes técnicos como formas de orden (III)</vt:lpstr>
      <vt:lpstr>Planes técnicos como formas de orden (III)</vt:lpstr>
      <vt:lpstr>Tecnologías inherentemente políticas (I)</vt:lpstr>
      <vt:lpstr>Tecnologías inherentemente políticas</vt:lpstr>
      <vt:lpstr>Reflexiones abiertas del artículo</vt:lpstr>
      <vt:lpstr>Presentación de PowerPoint</vt:lpstr>
      <vt:lpstr>Mitcham</vt:lpstr>
      <vt:lpstr>1. Tecnología y Sociedad</vt:lpstr>
      <vt:lpstr>Revoluciones Industriales</vt:lpstr>
      <vt:lpstr>3º Revolución Industrial</vt:lpstr>
      <vt:lpstr>3º Revolución Industrial</vt:lpstr>
      <vt:lpstr>4º Revolución Industrial</vt:lpstr>
      <vt:lpstr>4º Revolución Industrial</vt:lpstr>
      <vt:lpstr>4º Revolución Industrial</vt:lpstr>
      <vt:lpstr>4º Revolución Industrial (ODS)</vt:lpstr>
      <vt:lpstr>Reflexión vídeos COTEC</vt:lpstr>
      <vt:lpstr>1.2. Sostenibilidad</vt:lpstr>
      <vt:lpstr>“Los límites del crecimiento”, Club de Roma-MIT (1972)</vt:lpstr>
      <vt:lpstr>Re-modelado con datos de 2012</vt:lpstr>
      <vt:lpstr>Informe Brundtland (1987). </vt:lpstr>
      <vt:lpstr>Concepto de Desarrollo Sostenible del Informe Brundtland </vt:lpstr>
      <vt:lpstr>Informe Brundtland (1987)</vt:lpstr>
      <vt:lpstr>Sostenibilidad…un asunto IMPRESCINDIBLE</vt:lpstr>
      <vt:lpstr>Sostenibilidad</vt:lpstr>
      <vt:lpstr>Sostenibilidad: Emisiones mundiales por país</vt:lpstr>
      <vt:lpstr>Aceptación mayoritaria de que el clima es tema urgente </vt:lpstr>
      <vt:lpstr>Sostenibilidad: Impactos ambientales TIC </vt:lpstr>
      <vt:lpstr>Sostenibilidad: Impactos ambientales TIC </vt:lpstr>
      <vt:lpstr>Normativa española sobre Aparatos Eléctricos y Electrónicos (AEE)</vt:lpstr>
      <vt:lpstr>Normativas</vt:lpstr>
      <vt:lpstr>Otras normativas /directivas / estándares</vt:lpstr>
      <vt:lpstr>1.3 Agenda 2030 y Objetivos de Desarrollo Sostenible (ODS)</vt:lpstr>
      <vt:lpstr>Agenda 2030 y Objetivos de Desarrollo Sostenible (ODS)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 ALEJANDRO D ANTONIO MACEIRAS</dc:creator>
  <cp:lastModifiedBy>MARIA CELIA FERNANDEZ ALLER</cp:lastModifiedBy>
  <cp:revision>78</cp:revision>
  <dcterms:created xsi:type="dcterms:W3CDTF">2023-01-30T17:12:15Z</dcterms:created>
  <dcterms:modified xsi:type="dcterms:W3CDTF">2024-02-08T09:59:27Z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0x01010080CEE182B6CB3D4695908A7994381103</vt:lpwstr>
  </property>
</Properties>
</file>