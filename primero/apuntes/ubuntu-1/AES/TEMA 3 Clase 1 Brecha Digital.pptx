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32"/>
  </p:notesMasterIdLst>
  <p:sldIdLst>
    <p:sldId id="256" r:id="rId5"/>
    <p:sldId id="308" r:id="rId6"/>
    <p:sldId id="309" r:id="rId7"/>
    <p:sldId id="310" r:id="rId8"/>
    <p:sldId id="333" r:id="rId9"/>
    <p:sldId id="320" r:id="rId10"/>
    <p:sldId id="321" r:id="rId11"/>
    <p:sldId id="322" r:id="rId12"/>
    <p:sldId id="323" r:id="rId13"/>
    <p:sldId id="324" r:id="rId14"/>
    <p:sldId id="334" r:id="rId15"/>
    <p:sldId id="313" r:id="rId16"/>
    <p:sldId id="317" r:id="rId17"/>
    <p:sldId id="336" r:id="rId18"/>
    <p:sldId id="318" r:id="rId19"/>
    <p:sldId id="319" r:id="rId20"/>
    <p:sldId id="338" r:id="rId21"/>
    <p:sldId id="339" r:id="rId22"/>
    <p:sldId id="316" r:id="rId23"/>
    <p:sldId id="337" r:id="rId24"/>
    <p:sldId id="340" r:id="rId25"/>
    <p:sldId id="341" r:id="rId26"/>
    <p:sldId id="325" r:id="rId27"/>
    <p:sldId id="326" r:id="rId28"/>
    <p:sldId id="344" r:id="rId29"/>
    <p:sldId id="342" r:id="rId30"/>
    <p:sldId id="343" r:id="rId3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62"/>
    <a:srgbClr val="0094AF"/>
    <a:srgbClr val="FFAD42"/>
    <a:srgbClr val="FF7628"/>
    <a:srgbClr val="0060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475219-0116-4EC9-90B2-F9F8F42030F7}" v="18" dt="2025-04-21T11:40:52.445"/>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45" autoAdjust="0"/>
    <p:restoredTop sz="83618" autoAdjust="0"/>
  </p:normalViewPr>
  <p:slideViewPr>
    <p:cSldViewPr snapToGrid="0">
      <p:cViewPr varScale="1">
        <p:scale>
          <a:sx n="53" d="100"/>
          <a:sy n="53" d="100"/>
        </p:scale>
        <p:origin x="1116" y="44"/>
      </p:cViewPr>
      <p:guideLst/>
    </p:cSldViewPr>
  </p:slideViewPr>
  <p:notesTextViewPr>
    <p:cViewPr>
      <p:scale>
        <a:sx n="1" d="1"/>
        <a:sy n="1" d="1"/>
      </p:scale>
      <p:origin x="0" y="0"/>
    </p:cViewPr>
  </p:notesText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GIO ALEJANDRO D ANTONIO MACEIRAS" userId="37b38641-b999-4aca-8435-552cd1cad571" providerId="ADAL" clId="{F3AD38D3-E011-2F47-8F6D-0D847C513A14}"/>
    <pc:docChg chg="undo custSel addSld delSld modSld">
      <pc:chgData name="SERGIO ALEJANDRO D ANTONIO MACEIRAS" userId="37b38641-b999-4aca-8435-552cd1cad571" providerId="ADAL" clId="{F3AD38D3-E011-2F47-8F6D-0D847C513A14}" dt="2024-04-23T08:49:07.470" v="22"/>
      <pc:docMkLst>
        <pc:docMk/>
      </pc:docMkLst>
      <pc:sldChg chg="modSp mod">
        <pc:chgData name="SERGIO ALEJANDRO D ANTONIO MACEIRAS" userId="37b38641-b999-4aca-8435-552cd1cad571" providerId="ADAL" clId="{F3AD38D3-E011-2F47-8F6D-0D847C513A14}" dt="2024-04-23T08:35:40.965" v="10" actId="20577"/>
        <pc:sldMkLst>
          <pc:docMk/>
          <pc:sldMk cId="1827674669" sldId="309"/>
        </pc:sldMkLst>
      </pc:sldChg>
      <pc:sldChg chg="modSp mod">
        <pc:chgData name="SERGIO ALEJANDRO D ANTONIO MACEIRAS" userId="37b38641-b999-4aca-8435-552cd1cad571" providerId="ADAL" clId="{F3AD38D3-E011-2F47-8F6D-0D847C513A14}" dt="2024-04-23T08:26:37.082" v="0" actId="1036"/>
        <pc:sldMkLst>
          <pc:docMk/>
          <pc:sldMk cId="2849490768" sldId="311"/>
        </pc:sldMkLst>
      </pc:sldChg>
      <pc:sldChg chg="modSp mod modShow">
        <pc:chgData name="SERGIO ALEJANDRO D ANTONIO MACEIRAS" userId="37b38641-b999-4aca-8435-552cd1cad571" providerId="ADAL" clId="{F3AD38D3-E011-2F47-8F6D-0D847C513A14}" dt="2024-04-23T08:30:35.511" v="3" actId="729"/>
        <pc:sldMkLst>
          <pc:docMk/>
          <pc:sldMk cId="2515655653" sldId="314"/>
        </pc:sldMkLst>
      </pc:sldChg>
      <pc:sldChg chg="modSp mod">
        <pc:chgData name="SERGIO ALEJANDRO D ANTONIO MACEIRAS" userId="37b38641-b999-4aca-8435-552cd1cad571" providerId="ADAL" clId="{F3AD38D3-E011-2F47-8F6D-0D847C513A14}" dt="2024-04-23T08:31:13.050" v="6" actId="1076"/>
        <pc:sldMkLst>
          <pc:docMk/>
          <pc:sldMk cId="486591533" sldId="316"/>
        </pc:sldMkLst>
      </pc:sldChg>
      <pc:sldChg chg="del">
        <pc:chgData name="SERGIO ALEJANDRO D ANTONIO MACEIRAS" userId="37b38641-b999-4aca-8435-552cd1cad571" providerId="ADAL" clId="{F3AD38D3-E011-2F47-8F6D-0D847C513A14}" dt="2024-04-23T08:35:12.986" v="8" actId="2696"/>
        <pc:sldMkLst>
          <pc:docMk/>
          <pc:sldMk cId="428162865" sldId="320"/>
        </pc:sldMkLst>
      </pc:sldChg>
      <pc:sldChg chg="add">
        <pc:chgData name="SERGIO ALEJANDRO D ANTONIO MACEIRAS" userId="37b38641-b999-4aca-8435-552cd1cad571" providerId="ADAL" clId="{F3AD38D3-E011-2F47-8F6D-0D847C513A14}" dt="2024-04-23T08:35:27.949" v="9"/>
        <pc:sldMkLst>
          <pc:docMk/>
          <pc:sldMk cId="4098438141" sldId="320"/>
        </pc:sldMkLst>
      </pc:sldChg>
      <pc:sldChg chg="del">
        <pc:chgData name="SERGIO ALEJANDRO D ANTONIO MACEIRAS" userId="37b38641-b999-4aca-8435-552cd1cad571" providerId="ADAL" clId="{F3AD38D3-E011-2F47-8F6D-0D847C513A14}" dt="2024-04-23T08:35:12.986" v="8" actId="2696"/>
        <pc:sldMkLst>
          <pc:docMk/>
          <pc:sldMk cId="2934369127" sldId="321"/>
        </pc:sldMkLst>
      </pc:sldChg>
      <pc:sldChg chg="add">
        <pc:chgData name="SERGIO ALEJANDRO D ANTONIO MACEIRAS" userId="37b38641-b999-4aca-8435-552cd1cad571" providerId="ADAL" clId="{F3AD38D3-E011-2F47-8F6D-0D847C513A14}" dt="2024-04-23T08:35:27.949" v="9"/>
        <pc:sldMkLst>
          <pc:docMk/>
          <pc:sldMk cId="3060467028" sldId="321"/>
        </pc:sldMkLst>
      </pc:sldChg>
      <pc:sldChg chg="add modNotesTx">
        <pc:chgData name="SERGIO ALEJANDRO D ANTONIO MACEIRAS" userId="37b38641-b999-4aca-8435-552cd1cad571" providerId="ADAL" clId="{F3AD38D3-E011-2F47-8F6D-0D847C513A14}" dt="2024-04-23T08:49:07.470" v="22"/>
        <pc:sldMkLst>
          <pc:docMk/>
          <pc:sldMk cId="580317940" sldId="322"/>
        </pc:sldMkLst>
      </pc:sldChg>
      <pc:sldChg chg="del">
        <pc:chgData name="SERGIO ALEJANDRO D ANTONIO MACEIRAS" userId="37b38641-b999-4aca-8435-552cd1cad571" providerId="ADAL" clId="{F3AD38D3-E011-2F47-8F6D-0D847C513A14}" dt="2024-04-23T08:35:12.986" v="8" actId="2696"/>
        <pc:sldMkLst>
          <pc:docMk/>
          <pc:sldMk cId="2454354500" sldId="322"/>
        </pc:sldMkLst>
      </pc:sldChg>
      <pc:sldChg chg="add">
        <pc:chgData name="SERGIO ALEJANDRO D ANTONIO MACEIRAS" userId="37b38641-b999-4aca-8435-552cd1cad571" providerId="ADAL" clId="{F3AD38D3-E011-2F47-8F6D-0D847C513A14}" dt="2024-04-23T08:35:27.949" v="9"/>
        <pc:sldMkLst>
          <pc:docMk/>
          <pc:sldMk cId="1894409242" sldId="323"/>
        </pc:sldMkLst>
      </pc:sldChg>
      <pc:sldChg chg="del">
        <pc:chgData name="SERGIO ALEJANDRO D ANTONIO MACEIRAS" userId="37b38641-b999-4aca-8435-552cd1cad571" providerId="ADAL" clId="{F3AD38D3-E011-2F47-8F6D-0D847C513A14}" dt="2024-04-23T08:35:12.986" v="8" actId="2696"/>
        <pc:sldMkLst>
          <pc:docMk/>
          <pc:sldMk cId="2284958748" sldId="323"/>
        </pc:sldMkLst>
      </pc:sldChg>
      <pc:sldChg chg="del">
        <pc:chgData name="SERGIO ALEJANDRO D ANTONIO MACEIRAS" userId="37b38641-b999-4aca-8435-552cd1cad571" providerId="ADAL" clId="{F3AD38D3-E011-2F47-8F6D-0D847C513A14}" dt="2024-04-23T08:35:12.986" v="8" actId="2696"/>
        <pc:sldMkLst>
          <pc:docMk/>
          <pc:sldMk cId="1976608277" sldId="324"/>
        </pc:sldMkLst>
      </pc:sldChg>
      <pc:sldChg chg="add">
        <pc:chgData name="SERGIO ALEJANDRO D ANTONIO MACEIRAS" userId="37b38641-b999-4aca-8435-552cd1cad571" providerId="ADAL" clId="{F3AD38D3-E011-2F47-8F6D-0D847C513A14}" dt="2024-04-23T08:35:27.949" v="9"/>
        <pc:sldMkLst>
          <pc:docMk/>
          <pc:sldMk cId="2852919175" sldId="324"/>
        </pc:sldMkLst>
      </pc:sldChg>
      <pc:sldChg chg="modSp add">
        <pc:chgData name="SERGIO ALEJANDRO D ANTONIO MACEIRAS" userId="37b38641-b999-4aca-8435-552cd1cad571" providerId="ADAL" clId="{F3AD38D3-E011-2F47-8F6D-0D847C513A14}" dt="2024-04-23T08:37:43.311" v="19" actId="14100"/>
        <pc:sldMkLst>
          <pc:docMk/>
          <pc:sldMk cId="2406613403" sldId="325"/>
        </pc:sldMkLst>
      </pc:sldChg>
      <pc:sldChg chg="del">
        <pc:chgData name="SERGIO ALEJANDRO D ANTONIO MACEIRAS" userId="37b38641-b999-4aca-8435-552cd1cad571" providerId="ADAL" clId="{F3AD38D3-E011-2F47-8F6D-0D847C513A14}" dt="2024-04-23T08:35:12.986" v="8" actId="2696"/>
        <pc:sldMkLst>
          <pc:docMk/>
          <pc:sldMk cId="3427628181" sldId="325"/>
        </pc:sldMkLst>
      </pc:sldChg>
      <pc:sldChg chg="mod modShow">
        <pc:chgData name="SERGIO ALEJANDRO D ANTONIO MACEIRAS" userId="37b38641-b999-4aca-8435-552cd1cad571" providerId="ADAL" clId="{F3AD38D3-E011-2F47-8F6D-0D847C513A14}" dt="2024-04-23T08:47:45.917" v="20" actId="729"/>
        <pc:sldMkLst>
          <pc:docMk/>
          <pc:sldMk cId="2011208844" sldId="328"/>
        </pc:sldMkLst>
      </pc:sldChg>
      <pc:sldChg chg="mod modShow">
        <pc:chgData name="SERGIO ALEJANDRO D ANTONIO MACEIRAS" userId="37b38641-b999-4aca-8435-552cd1cad571" providerId="ADAL" clId="{F3AD38D3-E011-2F47-8F6D-0D847C513A14}" dt="2024-04-23T08:47:45.917" v="20" actId="729"/>
        <pc:sldMkLst>
          <pc:docMk/>
          <pc:sldMk cId="1204236172" sldId="329"/>
        </pc:sldMkLst>
      </pc:sldChg>
      <pc:sldChg chg="mod modShow">
        <pc:chgData name="SERGIO ALEJANDRO D ANTONIO MACEIRAS" userId="37b38641-b999-4aca-8435-552cd1cad571" providerId="ADAL" clId="{F3AD38D3-E011-2F47-8F6D-0D847C513A14}" dt="2024-04-23T08:47:45.917" v="20" actId="729"/>
        <pc:sldMkLst>
          <pc:docMk/>
          <pc:sldMk cId="1239799403" sldId="330"/>
        </pc:sldMkLst>
      </pc:sldChg>
      <pc:sldChg chg="modSp add mod">
        <pc:chgData name="SERGIO ALEJANDRO D ANTONIO MACEIRAS" userId="37b38641-b999-4aca-8435-552cd1cad571" providerId="ADAL" clId="{F3AD38D3-E011-2F47-8F6D-0D847C513A14}" dt="2024-04-23T08:37:27.913" v="17" actId="113"/>
        <pc:sldMkLst>
          <pc:docMk/>
          <pc:sldMk cId="410946978" sldId="334"/>
        </pc:sldMkLst>
      </pc:sldChg>
      <pc:sldChg chg="del">
        <pc:chgData name="SERGIO ALEJANDRO D ANTONIO MACEIRAS" userId="37b38641-b999-4aca-8435-552cd1cad571" providerId="ADAL" clId="{F3AD38D3-E011-2F47-8F6D-0D847C513A14}" dt="2024-04-23T08:35:12.986" v="8" actId="2696"/>
        <pc:sldMkLst>
          <pc:docMk/>
          <pc:sldMk cId="2954109963" sldId="334"/>
        </pc:sldMkLst>
      </pc:sldChg>
      <pc:sldChg chg="mod modShow">
        <pc:chgData name="SERGIO ALEJANDRO D ANTONIO MACEIRAS" userId="37b38641-b999-4aca-8435-552cd1cad571" providerId="ADAL" clId="{F3AD38D3-E011-2F47-8F6D-0D847C513A14}" dt="2024-04-23T08:32:06.919" v="7" actId="729"/>
        <pc:sldMkLst>
          <pc:docMk/>
          <pc:sldMk cId="1363791999" sldId="336"/>
        </pc:sldMkLst>
      </pc:sldChg>
      <pc:sldChg chg="add del">
        <pc:chgData name="SERGIO ALEJANDRO D ANTONIO MACEIRAS" userId="37b38641-b999-4aca-8435-552cd1cad571" providerId="ADAL" clId="{F3AD38D3-E011-2F47-8F6D-0D847C513A14}" dt="2024-04-23T08:37:05.521" v="13"/>
        <pc:sldMkLst>
          <pc:docMk/>
          <pc:sldMk cId="2775647394" sldId="339"/>
        </pc:sldMkLst>
      </pc:sldChg>
      <pc:sldChg chg="add del">
        <pc:chgData name="SERGIO ALEJANDRO D ANTONIO MACEIRAS" userId="37b38641-b999-4aca-8435-552cd1cad571" providerId="ADAL" clId="{F3AD38D3-E011-2F47-8F6D-0D847C513A14}" dt="2024-04-23T08:37:05.521" v="13"/>
        <pc:sldMkLst>
          <pc:docMk/>
          <pc:sldMk cId="1692080283" sldId="340"/>
        </pc:sldMkLst>
      </pc:sldChg>
      <pc:sldChg chg="add del">
        <pc:chgData name="SERGIO ALEJANDRO D ANTONIO MACEIRAS" userId="37b38641-b999-4aca-8435-552cd1cad571" providerId="ADAL" clId="{F3AD38D3-E011-2F47-8F6D-0D847C513A14}" dt="2024-04-23T08:37:05.521" v="13"/>
        <pc:sldMkLst>
          <pc:docMk/>
          <pc:sldMk cId="2481483648" sldId="341"/>
        </pc:sldMkLst>
      </pc:sldChg>
      <pc:sldChg chg="add del">
        <pc:chgData name="SERGIO ALEJANDRO D ANTONIO MACEIRAS" userId="37b38641-b999-4aca-8435-552cd1cad571" providerId="ADAL" clId="{F3AD38D3-E011-2F47-8F6D-0D847C513A14}" dt="2024-04-23T08:37:05.521" v="13"/>
        <pc:sldMkLst>
          <pc:docMk/>
          <pc:sldMk cId="3399214918" sldId="342"/>
        </pc:sldMkLst>
      </pc:sldChg>
      <pc:sldChg chg="add del">
        <pc:chgData name="SERGIO ALEJANDRO D ANTONIO MACEIRAS" userId="37b38641-b999-4aca-8435-552cd1cad571" providerId="ADAL" clId="{F3AD38D3-E011-2F47-8F6D-0D847C513A14}" dt="2024-04-23T08:37:05.521" v="13"/>
        <pc:sldMkLst>
          <pc:docMk/>
          <pc:sldMk cId="2957713738" sldId="343"/>
        </pc:sldMkLst>
      </pc:sldChg>
      <pc:sldChg chg="add del">
        <pc:chgData name="SERGIO ALEJANDRO D ANTONIO MACEIRAS" userId="37b38641-b999-4aca-8435-552cd1cad571" providerId="ADAL" clId="{F3AD38D3-E011-2F47-8F6D-0D847C513A14}" dt="2024-04-23T08:37:05.521" v="13"/>
        <pc:sldMkLst>
          <pc:docMk/>
          <pc:sldMk cId="617148600" sldId="344"/>
        </pc:sldMkLst>
      </pc:sldChg>
      <pc:sldChg chg="add del">
        <pc:chgData name="SERGIO ALEJANDRO D ANTONIO MACEIRAS" userId="37b38641-b999-4aca-8435-552cd1cad571" providerId="ADAL" clId="{F3AD38D3-E011-2F47-8F6D-0D847C513A14}" dt="2024-04-23T08:37:05.521" v="13"/>
        <pc:sldMkLst>
          <pc:docMk/>
          <pc:sldMk cId="3404501463" sldId="345"/>
        </pc:sldMkLst>
      </pc:sldChg>
    </pc:docChg>
  </pc:docChgLst>
  <pc:docChgLst>
    <pc:chgData name="MARIA CELIA FERNANDEZ ALLER" userId="ff1d2d77-e00e-4f1f-b75c-5920e0983781" providerId="ADAL" clId="{C8475219-0116-4EC9-90B2-F9F8F42030F7}"/>
    <pc:docChg chg="undo custSel addSld delSld modSld">
      <pc:chgData name="MARIA CELIA FERNANDEZ ALLER" userId="ff1d2d77-e00e-4f1f-b75c-5920e0983781" providerId="ADAL" clId="{C8475219-0116-4EC9-90B2-F9F8F42030F7}" dt="2025-04-21T11:45:13.826" v="863" actId="20577"/>
      <pc:docMkLst>
        <pc:docMk/>
      </pc:docMkLst>
      <pc:sldChg chg="modSp mod">
        <pc:chgData name="MARIA CELIA FERNANDEZ ALLER" userId="ff1d2d77-e00e-4f1f-b75c-5920e0983781" providerId="ADAL" clId="{C8475219-0116-4EC9-90B2-F9F8F42030F7}" dt="2025-04-21T11:10:20.379" v="572" actId="20577"/>
        <pc:sldMkLst>
          <pc:docMk/>
          <pc:sldMk cId="2574968877" sldId="256"/>
        </pc:sldMkLst>
        <pc:spChg chg="mod">
          <ac:chgData name="MARIA CELIA FERNANDEZ ALLER" userId="ff1d2d77-e00e-4f1f-b75c-5920e0983781" providerId="ADAL" clId="{C8475219-0116-4EC9-90B2-F9F8F42030F7}" dt="2025-04-21T11:10:20.379" v="572" actId="20577"/>
          <ac:spMkLst>
            <pc:docMk/>
            <pc:sldMk cId="2574968877" sldId="256"/>
            <ac:spMk id="5" creationId="{00000000-0000-0000-0000-000000000000}"/>
          </ac:spMkLst>
        </pc:spChg>
      </pc:sldChg>
      <pc:sldChg chg="modSp mod">
        <pc:chgData name="MARIA CELIA FERNANDEZ ALLER" userId="ff1d2d77-e00e-4f1f-b75c-5920e0983781" providerId="ADAL" clId="{C8475219-0116-4EC9-90B2-F9F8F42030F7}" dt="2025-04-20T17:56:11.188" v="204" actId="14100"/>
        <pc:sldMkLst>
          <pc:docMk/>
          <pc:sldMk cId="3979525711" sldId="308"/>
        </pc:sldMkLst>
        <pc:spChg chg="mod">
          <ac:chgData name="MARIA CELIA FERNANDEZ ALLER" userId="ff1d2d77-e00e-4f1f-b75c-5920e0983781" providerId="ADAL" clId="{C8475219-0116-4EC9-90B2-F9F8F42030F7}" dt="2025-04-20T17:56:11.188" v="204" actId="14100"/>
          <ac:spMkLst>
            <pc:docMk/>
            <pc:sldMk cId="3979525711" sldId="308"/>
            <ac:spMk id="3" creationId="{00000000-0000-0000-0000-000000000000}"/>
          </ac:spMkLst>
        </pc:spChg>
      </pc:sldChg>
      <pc:sldChg chg="modSp mod modNotesTx">
        <pc:chgData name="MARIA CELIA FERNANDEZ ALLER" userId="ff1d2d77-e00e-4f1f-b75c-5920e0983781" providerId="ADAL" clId="{C8475219-0116-4EC9-90B2-F9F8F42030F7}" dt="2025-04-21T11:41:42.450" v="841" actId="108"/>
        <pc:sldMkLst>
          <pc:docMk/>
          <pc:sldMk cId="1827674669" sldId="309"/>
        </pc:sldMkLst>
        <pc:spChg chg="mod">
          <ac:chgData name="MARIA CELIA FERNANDEZ ALLER" userId="ff1d2d77-e00e-4f1f-b75c-5920e0983781" providerId="ADAL" clId="{C8475219-0116-4EC9-90B2-F9F8F42030F7}" dt="2025-04-21T11:41:42.450" v="841" actId="108"/>
          <ac:spMkLst>
            <pc:docMk/>
            <pc:sldMk cId="1827674669" sldId="309"/>
            <ac:spMk id="18434" creationId="{00000000-0000-0000-0000-000000000000}"/>
          </ac:spMkLst>
        </pc:spChg>
      </pc:sldChg>
      <pc:sldChg chg="modSp del mod modNotesTx">
        <pc:chgData name="MARIA CELIA FERNANDEZ ALLER" userId="ff1d2d77-e00e-4f1f-b75c-5920e0983781" providerId="ADAL" clId="{C8475219-0116-4EC9-90B2-F9F8F42030F7}" dt="2025-04-20T18:36:39.496" v="479" actId="2696"/>
        <pc:sldMkLst>
          <pc:docMk/>
          <pc:sldMk cId="110836340" sldId="310"/>
        </pc:sldMkLst>
        <pc:spChg chg="mod">
          <ac:chgData name="MARIA CELIA FERNANDEZ ALLER" userId="ff1d2d77-e00e-4f1f-b75c-5920e0983781" providerId="ADAL" clId="{C8475219-0116-4EC9-90B2-F9F8F42030F7}" dt="2025-04-20T17:39:40.143" v="63" actId="20577"/>
          <ac:spMkLst>
            <pc:docMk/>
            <pc:sldMk cId="110836340" sldId="310"/>
            <ac:spMk id="20484" creationId="{00000000-0000-0000-0000-000000000000}"/>
          </ac:spMkLst>
        </pc:spChg>
        <pc:spChg chg="mod">
          <ac:chgData name="MARIA CELIA FERNANDEZ ALLER" userId="ff1d2d77-e00e-4f1f-b75c-5920e0983781" providerId="ADAL" clId="{C8475219-0116-4EC9-90B2-F9F8F42030F7}" dt="2025-04-20T17:39:51.108" v="64" actId="20577"/>
          <ac:spMkLst>
            <pc:docMk/>
            <pc:sldMk cId="110836340" sldId="310"/>
            <ac:spMk id="20485" creationId="{00000000-0000-0000-0000-000000000000}"/>
          </ac:spMkLst>
        </pc:spChg>
      </pc:sldChg>
      <pc:sldChg chg="add">
        <pc:chgData name="MARIA CELIA FERNANDEZ ALLER" userId="ff1d2d77-e00e-4f1f-b75c-5920e0983781" providerId="ADAL" clId="{C8475219-0116-4EC9-90B2-F9F8F42030F7}" dt="2025-04-20T18:36:44.325" v="480"/>
        <pc:sldMkLst>
          <pc:docMk/>
          <pc:sldMk cId="1617186166" sldId="310"/>
        </pc:sldMkLst>
      </pc:sldChg>
      <pc:sldChg chg="addSp delSp modSp add del mod modNotesTx">
        <pc:chgData name="MARIA CELIA FERNANDEZ ALLER" userId="ff1d2d77-e00e-4f1f-b75c-5920e0983781" providerId="ADAL" clId="{C8475219-0116-4EC9-90B2-F9F8F42030F7}" dt="2025-04-21T11:43:15.721" v="850" actId="47"/>
        <pc:sldMkLst>
          <pc:docMk/>
          <pc:sldMk cId="2849490768" sldId="311"/>
        </pc:sldMkLst>
        <pc:spChg chg="mod">
          <ac:chgData name="MARIA CELIA FERNANDEZ ALLER" userId="ff1d2d77-e00e-4f1f-b75c-5920e0983781" providerId="ADAL" clId="{C8475219-0116-4EC9-90B2-F9F8F42030F7}" dt="2025-04-21T11:43:11.390" v="849" actId="21"/>
          <ac:spMkLst>
            <pc:docMk/>
            <pc:sldMk cId="2849490768" sldId="311"/>
            <ac:spMk id="22532" creationId="{00000000-0000-0000-0000-000000000000}"/>
          </ac:spMkLst>
        </pc:spChg>
        <pc:picChg chg="del">
          <ac:chgData name="MARIA CELIA FERNANDEZ ALLER" userId="ff1d2d77-e00e-4f1f-b75c-5920e0983781" providerId="ADAL" clId="{C8475219-0116-4EC9-90B2-F9F8F42030F7}" dt="2025-04-20T17:40:02.238" v="65" actId="478"/>
          <ac:picMkLst>
            <pc:docMk/>
            <pc:sldMk cId="2849490768" sldId="311"/>
            <ac:picMk id="2" creationId="{00000000-0000-0000-0000-000000000000}"/>
          </ac:picMkLst>
        </pc:picChg>
        <pc:picChg chg="add mod modCrop">
          <ac:chgData name="MARIA CELIA FERNANDEZ ALLER" userId="ff1d2d77-e00e-4f1f-b75c-5920e0983781" providerId="ADAL" clId="{C8475219-0116-4EC9-90B2-F9F8F42030F7}" dt="2025-04-20T17:48:04.998" v="114" actId="14100"/>
          <ac:picMkLst>
            <pc:docMk/>
            <pc:sldMk cId="2849490768" sldId="311"/>
            <ac:picMk id="4" creationId="{3FD62252-862A-E04C-DF65-3B0472040E90}"/>
          </ac:picMkLst>
        </pc:picChg>
      </pc:sldChg>
      <pc:sldChg chg="addSp delSp modSp mod">
        <pc:chgData name="MARIA CELIA FERNANDEZ ALLER" userId="ff1d2d77-e00e-4f1f-b75c-5920e0983781" providerId="ADAL" clId="{C8475219-0116-4EC9-90B2-F9F8F42030F7}" dt="2025-04-21T11:43:36.073" v="853" actId="14100"/>
        <pc:sldMkLst>
          <pc:docMk/>
          <pc:sldMk cId="4180334863" sldId="313"/>
        </pc:sldMkLst>
        <pc:spChg chg="mod">
          <ac:chgData name="MARIA CELIA FERNANDEZ ALLER" userId="ff1d2d77-e00e-4f1f-b75c-5920e0983781" providerId="ADAL" clId="{C8475219-0116-4EC9-90B2-F9F8F42030F7}" dt="2025-04-20T17:40:17.558" v="67"/>
          <ac:spMkLst>
            <pc:docMk/>
            <pc:sldMk cId="4180334863" sldId="313"/>
            <ac:spMk id="3" creationId="{00000000-0000-0000-0000-000000000000}"/>
          </ac:spMkLst>
        </pc:spChg>
        <pc:spChg chg="mod">
          <ac:chgData name="MARIA CELIA FERNANDEZ ALLER" userId="ff1d2d77-e00e-4f1f-b75c-5920e0983781" providerId="ADAL" clId="{C8475219-0116-4EC9-90B2-F9F8F42030F7}" dt="2025-04-21T11:43:36.073" v="853" actId="14100"/>
          <ac:spMkLst>
            <pc:docMk/>
            <pc:sldMk cId="4180334863" sldId="313"/>
            <ac:spMk id="26626" creationId="{00000000-0000-0000-0000-000000000000}"/>
          </ac:spMkLst>
        </pc:spChg>
        <pc:spChg chg="mod">
          <ac:chgData name="MARIA CELIA FERNANDEZ ALLER" userId="ff1d2d77-e00e-4f1f-b75c-5920e0983781" providerId="ADAL" clId="{C8475219-0116-4EC9-90B2-F9F8F42030F7}" dt="2025-04-21T11:43:29.822" v="852" actId="20577"/>
          <ac:spMkLst>
            <pc:docMk/>
            <pc:sldMk cId="4180334863" sldId="313"/>
            <ac:spMk id="26627" creationId="{00000000-0000-0000-0000-000000000000}"/>
          </ac:spMkLst>
        </pc:spChg>
        <pc:picChg chg="del">
          <ac:chgData name="MARIA CELIA FERNANDEZ ALLER" userId="ff1d2d77-e00e-4f1f-b75c-5920e0983781" providerId="ADAL" clId="{C8475219-0116-4EC9-90B2-F9F8F42030F7}" dt="2025-04-20T17:40:21.121" v="68" actId="478"/>
          <ac:picMkLst>
            <pc:docMk/>
            <pc:sldMk cId="4180334863" sldId="313"/>
            <ac:picMk id="2" creationId="{00000000-0000-0000-0000-000000000000}"/>
          </ac:picMkLst>
        </pc:picChg>
        <pc:picChg chg="add mod modCrop">
          <ac:chgData name="MARIA CELIA FERNANDEZ ALLER" userId="ff1d2d77-e00e-4f1f-b75c-5920e0983781" providerId="ADAL" clId="{C8475219-0116-4EC9-90B2-F9F8F42030F7}" dt="2025-04-20T17:41:50.008" v="75" actId="14100"/>
          <ac:picMkLst>
            <pc:docMk/>
            <pc:sldMk cId="4180334863" sldId="313"/>
            <ac:picMk id="5" creationId="{1CC85501-91B5-3696-4DD2-28162ED7B80E}"/>
          </ac:picMkLst>
        </pc:picChg>
      </pc:sldChg>
      <pc:sldChg chg="del">
        <pc:chgData name="MARIA CELIA FERNANDEZ ALLER" userId="ff1d2d77-e00e-4f1f-b75c-5920e0983781" providerId="ADAL" clId="{C8475219-0116-4EC9-90B2-F9F8F42030F7}" dt="2025-04-21T11:36:15.788" v="793" actId="47"/>
        <pc:sldMkLst>
          <pc:docMk/>
          <pc:sldMk cId="2515655653" sldId="314"/>
        </pc:sldMkLst>
      </pc:sldChg>
      <pc:sldChg chg="del">
        <pc:chgData name="MARIA CELIA FERNANDEZ ALLER" userId="ff1d2d77-e00e-4f1f-b75c-5920e0983781" providerId="ADAL" clId="{C8475219-0116-4EC9-90B2-F9F8F42030F7}" dt="2025-04-21T11:36:35.311" v="794" actId="2696"/>
        <pc:sldMkLst>
          <pc:docMk/>
          <pc:sldMk cId="486591533" sldId="316"/>
        </pc:sldMkLst>
      </pc:sldChg>
      <pc:sldChg chg="addSp delSp modSp add mod">
        <pc:chgData name="MARIA CELIA FERNANDEZ ALLER" userId="ff1d2d77-e00e-4f1f-b75c-5920e0983781" providerId="ADAL" clId="{C8475219-0116-4EC9-90B2-F9F8F42030F7}" dt="2025-04-21T11:40:16.611" v="821" actId="207"/>
        <pc:sldMkLst>
          <pc:docMk/>
          <pc:sldMk cId="2296018443" sldId="316"/>
        </pc:sldMkLst>
        <pc:spChg chg="mod">
          <ac:chgData name="MARIA CELIA FERNANDEZ ALLER" userId="ff1d2d77-e00e-4f1f-b75c-5920e0983781" providerId="ADAL" clId="{C8475219-0116-4EC9-90B2-F9F8F42030F7}" dt="2025-04-21T11:39:37.514" v="807" actId="20577"/>
          <ac:spMkLst>
            <pc:docMk/>
            <pc:sldMk cId="2296018443" sldId="316"/>
            <ac:spMk id="4" creationId="{00000000-0000-0000-0000-000000000000}"/>
          </ac:spMkLst>
        </pc:spChg>
        <pc:spChg chg="mod">
          <ac:chgData name="MARIA CELIA FERNANDEZ ALLER" userId="ff1d2d77-e00e-4f1f-b75c-5920e0983781" providerId="ADAL" clId="{C8475219-0116-4EC9-90B2-F9F8F42030F7}" dt="2025-04-21T11:40:16.611" v="821" actId="207"/>
          <ac:spMkLst>
            <pc:docMk/>
            <pc:sldMk cId="2296018443" sldId="316"/>
            <ac:spMk id="32770" creationId="{00000000-0000-0000-0000-000000000000}"/>
          </ac:spMkLst>
        </pc:spChg>
        <pc:graphicFrameChg chg="del">
          <ac:chgData name="MARIA CELIA FERNANDEZ ALLER" userId="ff1d2d77-e00e-4f1f-b75c-5920e0983781" providerId="ADAL" clId="{C8475219-0116-4EC9-90B2-F9F8F42030F7}" dt="2025-04-21T11:39:14.160" v="800" actId="21"/>
          <ac:graphicFrameMkLst>
            <pc:docMk/>
            <pc:sldMk cId="2296018443" sldId="316"/>
            <ac:graphicFrameMk id="2" creationId="{00000000-0000-0000-0000-000000000000}"/>
          </ac:graphicFrameMkLst>
        </pc:graphicFrameChg>
        <pc:graphicFrameChg chg="add del mod">
          <ac:chgData name="MARIA CELIA FERNANDEZ ALLER" userId="ff1d2d77-e00e-4f1f-b75c-5920e0983781" providerId="ADAL" clId="{C8475219-0116-4EC9-90B2-F9F8F42030F7}" dt="2025-04-21T11:39:17.283" v="802" actId="21"/>
          <ac:graphicFrameMkLst>
            <pc:docMk/>
            <pc:sldMk cId="2296018443" sldId="316"/>
            <ac:graphicFrameMk id="5" creationId="{00000000-0000-0000-0000-000000000000}"/>
          </ac:graphicFrameMkLst>
        </pc:graphicFrameChg>
        <pc:picChg chg="del">
          <ac:chgData name="MARIA CELIA FERNANDEZ ALLER" userId="ff1d2d77-e00e-4f1f-b75c-5920e0983781" providerId="ADAL" clId="{C8475219-0116-4EC9-90B2-F9F8F42030F7}" dt="2025-04-21T11:38:06.406" v="799" actId="478"/>
          <ac:picMkLst>
            <pc:docMk/>
            <pc:sldMk cId="2296018443" sldId="316"/>
            <ac:picMk id="3" creationId="{00000000-0000-0000-0000-000000000000}"/>
          </ac:picMkLst>
        </pc:picChg>
        <pc:picChg chg="add mod modCrop">
          <ac:chgData name="MARIA CELIA FERNANDEZ ALLER" userId="ff1d2d77-e00e-4f1f-b75c-5920e0983781" providerId="ADAL" clId="{C8475219-0116-4EC9-90B2-F9F8F42030F7}" dt="2025-04-21T11:39:45.996" v="808" actId="732"/>
          <ac:picMkLst>
            <pc:docMk/>
            <pc:sldMk cId="2296018443" sldId="316"/>
            <ac:picMk id="7" creationId="{4491E7AA-869C-459D-FBE2-0F0F28A28DB4}"/>
          </ac:picMkLst>
        </pc:picChg>
      </pc:sldChg>
      <pc:sldChg chg="modSp mod">
        <pc:chgData name="MARIA CELIA FERNANDEZ ALLER" userId="ff1d2d77-e00e-4f1f-b75c-5920e0983781" providerId="ADAL" clId="{C8475219-0116-4EC9-90B2-F9F8F42030F7}" dt="2025-04-21T11:42:47.393" v="848" actId="14100"/>
        <pc:sldMkLst>
          <pc:docMk/>
          <pc:sldMk cId="1861542587" sldId="317"/>
        </pc:sldMkLst>
        <pc:spChg chg="mod">
          <ac:chgData name="MARIA CELIA FERNANDEZ ALLER" userId="ff1d2d77-e00e-4f1f-b75c-5920e0983781" providerId="ADAL" clId="{C8475219-0116-4EC9-90B2-F9F8F42030F7}" dt="2025-04-21T11:42:40.533" v="845" actId="6549"/>
          <ac:spMkLst>
            <pc:docMk/>
            <pc:sldMk cId="1861542587" sldId="317"/>
            <ac:spMk id="3" creationId="{00000000-0000-0000-0000-000000000000}"/>
          </ac:spMkLst>
        </pc:spChg>
        <pc:spChg chg="mod">
          <ac:chgData name="MARIA CELIA FERNANDEZ ALLER" userId="ff1d2d77-e00e-4f1f-b75c-5920e0983781" providerId="ADAL" clId="{C8475219-0116-4EC9-90B2-F9F8F42030F7}" dt="2025-04-21T11:37:28.978" v="798" actId="207"/>
          <ac:spMkLst>
            <pc:docMk/>
            <pc:sldMk cId="1861542587" sldId="317"/>
            <ac:spMk id="34818" creationId="{00000000-0000-0000-0000-000000000000}"/>
          </ac:spMkLst>
        </pc:spChg>
        <pc:picChg chg="mod">
          <ac:chgData name="MARIA CELIA FERNANDEZ ALLER" userId="ff1d2d77-e00e-4f1f-b75c-5920e0983781" providerId="ADAL" clId="{C8475219-0116-4EC9-90B2-F9F8F42030F7}" dt="2025-04-21T11:42:47.393" v="848" actId="14100"/>
          <ac:picMkLst>
            <pc:docMk/>
            <pc:sldMk cId="1861542587" sldId="317"/>
            <ac:picMk id="2" creationId="{00000000-0000-0000-0000-000000000000}"/>
          </ac:picMkLst>
        </pc:picChg>
      </pc:sldChg>
      <pc:sldChg chg="addSp delSp modSp mod modNotesTx">
        <pc:chgData name="MARIA CELIA FERNANDEZ ALLER" userId="ff1d2d77-e00e-4f1f-b75c-5920e0983781" providerId="ADAL" clId="{C8475219-0116-4EC9-90B2-F9F8F42030F7}" dt="2025-04-21T11:37:16.170" v="797" actId="207"/>
        <pc:sldMkLst>
          <pc:docMk/>
          <pc:sldMk cId="911089917" sldId="318"/>
        </pc:sldMkLst>
        <pc:spChg chg="del mod">
          <ac:chgData name="MARIA CELIA FERNANDEZ ALLER" userId="ff1d2d77-e00e-4f1f-b75c-5920e0983781" providerId="ADAL" clId="{C8475219-0116-4EC9-90B2-F9F8F42030F7}" dt="2025-04-21T11:35:37.821" v="791" actId="21"/>
          <ac:spMkLst>
            <pc:docMk/>
            <pc:sldMk cId="911089917" sldId="318"/>
            <ac:spMk id="3" creationId="{00000000-0000-0000-0000-000000000000}"/>
          </ac:spMkLst>
        </pc:spChg>
        <pc:spChg chg="mod">
          <ac:chgData name="MARIA CELIA FERNANDEZ ALLER" userId="ff1d2d77-e00e-4f1f-b75c-5920e0983781" providerId="ADAL" clId="{C8475219-0116-4EC9-90B2-F9F8F42030F7}" dt="2025-04-21T11:37:16.170" v="797" actId="207"/>
          <ac:spMkLst>
            <pc:docMk/>
            <pc:sldMk cId="911089917" sldId="318"/>
            <ac:spMk id="36866" creationId="{00000000-0000-0000-0000-000000000000}"/>
          </ac:spMkLst>
        </pc:spChg>
        <pc:picChg chg="add del">
          <ac:chgData name="MARIA CELIA FERNANDEZ ALLER" userId="ff1d2d77-e00e-4f1f-b75c-5920e0983781" providerId="ADAL" clId="{C8475219-0116-4EC9-90B2-F9F8F42030F7}" dt="2025-04-20T17:46:09.643" v="99" actId="22"/>
          <ac:picMkLst>
            <pc:docMk/>
            <pc:sldMk cId="911089917" sldId="318"/>
            <ac:picMk id="5" creationId="{A1C56B1B-F101-77FB-D354-A2CAA52CF21D}"/>
          </ac:picMkLst>
        </pc:picChg>
        <pc:picChg chg="add mod modCrop">
          <ac:chgData name="MARIA CELIA FERNANDEZ ALLER" userId="ff1d2d77-e00e-4f1f-b75c-5920e0983781" providerId="ADAL" clId="{C8475219-0116-4EC9-90B2-F9F8F42030F7}" dt="2025-04-21T11:35:29.154" v="789" actId="732"/>
          <ac:picMkLst>
            <pc:docMk/>
            <pc:sldMk cId="911089917" sldId="318"/>
            <ac:picMk id="5" creationId="{DA4CCE5A-A20F-1BD7-3C73-CB8A2A1D4EB6}"/>
          </ac:picMkLst>
        </pc:picChg>
      </pc:sldChg>
      <pc:sldChg chg="addSp delSp modSp mod">
        <pc:chgData name="MARIA CELIA FERNANDEZ ALLER" userId="ff1d2d77-e00e-4f1f-b75c-5920e0983781" providerId="ADAL" clId="{C8475219-0116-4EC9-90B2-F9F8F42030F7}" dt="2025-04-21T11:40:25.813" v="838" actId="20577"/>
        <pc:sldMkLst>
          <pc:docMk/>
          <pc:sldMk cId="2320366797" sldId="319"/>
        </pc:sldMkLst>
        <pc:spChg chg="mod">
          <ac:chgData name="MARIA CELIA FERNANDEZ ALLER" userId="ff1d2d77-e00e-4f1f-b75c-5920e0983781" providerId="ADAL" clId="{C8475219-0116-4EC9-90B2-F9F8F42030F7}" dt="2025-04-21T11:40:25.813" v="838" actId="20577"/>
          <ac:spMkLst>
            <pc:docMk/>
            <pc:sldMk cId="2320366797" sldId="319"/>
            <ac:spMk id="38914" creationId="{00000000-0000-0000-0000-000000000000}"/>
          </ac:spMkLst>
        </pc:spChg>
        <pc:picChg chg="add del mod">
          <ac:chgData name="MARIA CELIA FERNANDEZ ALLER" userId="ff1d2d77-e00e-4f1f-b75c-5920e0983781" providerId="ADAL" clId="{C8475219-0116-4EC9-90B2-F9F8F42030F7}" dt="2025-04-20T17:43:09.899" v="84" actId="478"/>
          <ac:picMkLst>
            <pc:docMk/>
            <pc:sldMk cId="2320366797" sldId="319"/>
            <ac:picMk id="3" creationId="{00000000-0000-0000-0000-000000000000}"/>
          </ac:picMkLst>
        </pc:picChg>
        <pc:picChg chg="add del">
          <ac:chgData name="MARIA CELIA FERNANDEZ ALLER" userId="ff1d2d77-e00e-4f1f-b75c-5920e0983781" providerId="ADAL" clId="{C8475219-0116-4EC9-90B2-F9F8F42030F7}" dt="2025-04-20T17:43:04.542" v="81" actId="22"/>
          <ac:picMkLst>
            <pc:docMk/>
            <pc:sldMk cId="2320366797" sldId="319"/>
            <ac:picMk id="4" creationId="{3BEA57F7-3D7B-C7EA-06DA-A5E5735E0ABA}"/>
          </ac:picMkLst>
        </pc:picChg>
        <pc:picChg chg="add del">
          <ac:chgData name="MARIA CELIA FERNANDEZ ALLER" userId="ff1d2d77-e00e-4f1f-b75c-5920e0983781" providerId="ADAL" clId="{C8475219-0116-4EC9-90B2-F9F8F42030F7}" dt="2025-04-20T17:43:13.158" v="86" actId="22"/>
          <ac:picMkLst>
            <pc:docMk/>
            <pc:sldMk cId="2320366797" sldId="319"/>
            <ac:picMk id="6" creationId="{1794BEED-79E7-F8B9-AD27-54DF157618A9}"/>
          </ac:picMkLst>
        </pc:picChg>
        <pc:picChg chg="add mod modCrop">
          <ac:chgData name="MARIA CELIA FERNANDEZ ALLER" userId="ff1d2d77-e00e-4f1f-b75c-5920e0983781" providerId="ADAL" clId="{C8475219-0116-4EC9-90B2-F9F8F42030F7}" dt="2025-04-21T11:34:06.890" v="784" actId="14100"/>
          <ac:picMkLst>
            <pc:docMk/>
            <pc:sldMk cId="2320366797" sldId="319"/>
            <ac:picMk id="8" creationId="{3AE6397C-C68B-16A7-60D8-C4600140CCAC}"/>
          </ac:picMkLst>
        </pc:picChg>
      </pc:sldChg>
      <pc:sldChg chg="modSp mod">
        <pc:chgData name="MARIA CELIA FERNANDEZ ALLER" userId="ff1d2d77-e00e-4f1f-b75c-5920e0983781" providerId="ADAL" clId="{C8475219-0116-4EC9-90B2-F9F8F42030F7}" dt="2025-04-21T11:41:52.756" v="842" actId="207"/>
        <pc:sldMkLst>
          <pc:docMk/>
          <pc:sldMk cId="4098438141" sldId="320"/>
        </pc:sldMkLst>
        <pc:spChg chg="mod">
          <ac:chgData name="MARIA CELIA FERNANDEZ ALLER" userId="ff1d2d77-e00e-4f1f-b75c-5920e0983781" providerId="ADAL" clId="{C8475219-0116-4EC9-90B2-F9F8F42030F7}" dt="2025-04-21T11:41:52.756" v="842" actId="207"/>
          <ac:spMkLst>
            <pc:docMk/>
            <pc:sldMk cId="4098438141" sldId="320"/>
            <ac:spMk id="40962" creationId="{00000000-0000-0000-0000-000000000000}"/>
          </ac:spMkLst>
        </pc:spChg>
      </pc:sldChg>
      <pc:sldChg chg="modNotesTx">
        <pc:chgData name="MARIA CELIA FERNANDEZ ALLER" userId="ff1d2d77-e00e-4f1f-b75c-5920e0983781" providerId="ADAL" clId="{C8475219-0116-4EC9-90B2-F9F8F42030F7}" dt="2025-04-20T18:34:06.686" v="306" actId="6549"/>
        <pc:sldMkLst>
          <pc:docMk/>
          <pc:sldMk cId="580317940" sldId="322"/>
        </pc:sldMkLst>
      </pc:sldChg>
      <pc:sldChg chg="modSp add mod modNotesTx">
        <pc:chgData name="MARIA CELIA FERNANDEZ ALLER" userId="ff1d2d77-e00e-4f1f-b75c-5920e0983781" providerId="ADAL" clId="{C8475219-0116-4EC9-90B2-F9F8F42030F7}" dt="2025-04-21T11:41:18.438" v="840" actId="207"/>
        <pc:sldMkLst>
          <pc:docMk/>
          <pc:sldMk cId="833284590" sldId="325"/>
        </pc:sldMkLst>
        <pc:spChg chg="mod">
          <ac:chgData name="MARIA CELIA FERNANDEZ ALLER" userId="ff1d2d77-e00e-4f1f-b75c-5920e0983781" providerId="ADAL" clId="{C8475219-0116-4EC9-90B2-F9F8F42030F7}" dt="2025-04-21T11:41:18.438" v="840" actId="207"/>
          <ac:spMkLst>
            <pc:docMk/>
            <pc:sldMk cId="833284590" sldId="325"/>
            <ac:spMk id="51202" creationId="{00000000-0000-0000-0000-000000000000}"/>
          </ac:spMkLst>
        </pc:spChg>
      </pc:sldChg>
      <pc:sldChg chg="del">
        <pc:chgData name="MARIA CELIA FERNANDEZ ALLER" userId="ff1d2d77-e00e-4f1f-b75c-5920e0983781" providerId="ADAL" clId="{C8475219-0116-4EC9-90B2-F9F8F42030F7}" dt="2025-04-20T17:50:42.508" v="184" actId="2696"/>
        <pc:sldMkLst>
          <pc:docMk/>
          <pc:sldMk cId="2406613403" sldId="325"/>
        </pc:sldMkLst>
      </pc:sldChg>
      <pc:sldChg chg="modSp mod">
        <pc:chgData name="MARIA CELIA FERNANDEZ ALLER" userId="ff1d2d77-e00e-4f1f-b75c-5920e0983781" providerId="ADAL" clId="{C8475219-0116-4EC9-90B2-F9F8F42030F7}" dt="2025-04-21T11:31:24.722" v="696" actId="14100"/>
        <pc:sldMkLst>
          <pc:docMk/>
          <pc:sldMk cId="1789066029" sldId="326"/>
        </pc:sldMkLst>
        <pc:spChg chg="mod">
          <ac:chgData name="MARIA CELIA FERNANDEZ ALLER" userId="ff1d2d77-e00e-4f1f-b75c-5920e0983781" providerId="ADAL" clId="{C8475219-0116-4EC9-90B2-F9F8F42030F7}" dt="2025-04-21T11:31:24.722" v="696" actId="14100"/>
          <ac:spMkLst>
            <pc:docMk/>
            <pc:sldMk cId="1789066029" sldId="326"/>
            <ac:spMk id="53250" creationId="{00000000-0000-0000-0000-000000000000}"/>
          </ac:spMkLst>
        </pc:spChg>
        <pc:spChg chg="mod">
          <ac:chgData name="MARIA CELIA FERNANDEZ ALLER" userId="ff1d2d77-e00e-4f1f-b75c-5920e0983781" providerId="ADAL" clId="{C8475219-0116-4EC9-90B2-F9F8F42030F7}" dt="2025-04-21T11:31:22.079" v="695" actId="20577"/>
          <ac:spMkLst>
            <pc:docMk/>
            <pc:sldMk cId="1789066029" sldId="326"/>
            <ac:spMk id="53251" creationId="{00000000-0000-0000-0000-000000000000}"/>
          </ac:spMkLst>
        </pc:spChg>
      </pc:sldChg>
      <pc:sldChg chg="del">
        <pc:chgData name="MARIA CELIA FERNANDEZ ALLER" userId="ff1d2d77-e00e-4f1f-b75c-5920e0983781" providerId="ADAL" clId="{C8475219-0116-4EC9-90B2-F9F8F42030F7}" dt="2025-04-21T11:19:46.543" v="602" actId="47"/>
        <pc:sldMkLst>
          <pc:docMk/>
          <pc:sldMk cId="3564856047" sldId="327"/>
        </pc:sldMkLst>
      </pc:sldChg>
      <pc:sldChg chg="del">
        <pc:chgData name="MARIA CELIA FERNANDEZ ALLER" userId="ff1d2d77-e00e-4f1f-b75c-5920e0983781" providerId="ADAL" clId="{C8475219-0116-4EC9-90B2-F9F8F42030F7}" dt="2025-04-21T11:22:24.807" v="643" actId="47"/>
        <pc:sldMkLst>
          <pc:docMk/>
          <pc:sldMk cId="2011208844" sldId="328"/>
        </pc:sldMkLst>
      </pc:sldChg>
      <pc:sldChg chg="del">
        <pc:chgData name="MARIA CELIA FERNANDEZ ALLER" userId="ff1d2d77-e00e-4f1f-b75c-5920e0983781" providerId="ADAL" clId="{C8475219-0116-4EC9-90B2-F9F8F42030F7}" dt="2025-04-21T11:22:25.943" v="644" actId="47"/>
        <pc:sldMkLst>
          <pc:docMk/>
          <pc:sldMk cId="1204236172" sldId="329"/>
        </pc:sldMkLst>
      </pc:sldChg>
      <pc:sldChg chg="del">
        <pc:chgData name="MARIA CELIA FERNANDEZ ALLER" userId="ff1d2d77-e00e-4f1f-b75c-5920e0983781" providerId="ADAL" clId="{C8475219-0116-4EC9-90B2-F9F8F42030F7}" dt="2025-04-21T11:22:27.095" v="645" actId="47"/>
        <pc:sldMkLst>
          <pc:docMk/>
          <pc:sldMk cId="1239799403" sldId="330"/>
        </pc:sldMkLst>
      </pc:sldChg>
      <pc:sldChg chg="modSp mod">
        <pc:chgData name="MARIA CELIA FERNANDEZ ALLER" userId="ff1d2d77-e00e-4f1f-b75c-5920e0983781" providerId="ADAL" clId="{C8475219-0116-4EC9-90B2-F9F8F42030F7}" dt="2025-04-20T17:31:52.836" v="30" actId="14100"/>
        <pc:sldMkLst>
          <pc:docMk/>
          <pc:sldMk cId="410946978" sldId="334"/>
        </pc:sldMkLst>
        <pc:spChg chg="mod">
          <ac:chgData name="MARIA CELIA FERNANDEZ ALLER" userId="ff1d2d77-e00e-4f1f-b75c-5920e0983781" providerId="ADAL" clId="{C8475219-0116-4EC9-90B2-F9F8F42030F7}" dt="2025-04-20T17:31:36.941" v="26" actId="255"/>
          <ac:spMkLst>
            <pc:docMk/>
            <pc:sldMk cId="410946978" sldId="334"/>
            <ac:spMk id="9" creationId="{00000000-0000-0000-0000-000000000000}"/>
          </ac:spMkLst>
        </pc:spChg>
        <pc:spChg chg="mod">
          <ac:chgData name="MARIA CELIA FERNANDEZ ALLER" userId="ff1d2d77-e00e-4f1f-b75c-5920e0983781" providerId="ADAL" clId="{C8475219-0116-4EC9-90B2-F9F8F42030F7}" dt="2025-04-20T17:31:45.459" v="27" actId="255"/>
          <ac:spMkLst>
            <pc:docMk/>
            <pc:sldMk cId="410946978" sldId="334"/>
            <ac:spMk id="61443" creationId="{00000000-0000-0000-0000-000000000000}"/>
          </ac:spMkLst>
        </pc:spChg>
        <pc:picChg chg="mod">
          <ac:chgData name="MARIA CELIA FERNANDEZ ALLER" userId="ff1d2d77-e00e-4f1f-b75c-5920e0983781" providerId="ADAL" clId="{C8475219-0116-4EC9-90B2-F9F8F42030F7}" dt="2025-04-20T17:31:52.836" v="30" actId="14100"/>
          <ac:picMkLst>
            <pc:docMk/>
            <pc:sldMk cId="410946978" sldId="334"/>
            <ac:picMk id="61444" creationId="{00000000-0000-0000-0000-000000000000}"/>
          </ac:picMkLst>
        </pc:picChg>
      </pc:sldChg>
      <pc:sldChg chg="addSp delSp modSp mod">
        <pc:chgData name="MARIA CELIA FERNANDEZ ALLER" userId="ff1d2d77-e00e-4f1f-b75c-5920e0983781" providerId="ADAL" clId="{C8475219-0116-4EC9-90B2-F9F8F42030F7}" dt="2025-04-21T11:33:49.428" v="782" actId="21"/>
        <pc:sldMkLst>
          <pc:docMk/>
          <pc:sldMk cId="2239771303" sldId="337"/>
        </pc:sldMkLst>
        <pc:spChg chg="mod">
          <ac:chgData name="MARIA CELIA FERNANDEZ ALLER" userId="ff1d2d77-e00e-4f1f-b75c-5920e0983781" providerId="ADAL" clId="{C8475219-0116-4EC9-90B2-F9F8F42030F7}" dt="2025-04-21T11:33:45.827" v="781" actId="27636"/>
          <ac:spMkLst>
            <pc:docMk/>
            <pc:sldMk cId="2239771303" sldId="337"/>
            <ac:spMk id="2" creationId="{00000000-0000-0000-0000-000000000000}"/>
          </ac:spMkLst>
        </pc:spChg>
        <pc:spChg chg="del">
          <ac:chgData name="MARIA CELIA FERNANDEZ ALLER" userId="ff1d2d77-e00e-4f1f-b75c-5920e0983781" providerId="ADAL" clId="{C8475219-0116-4EC9-90B2-F9F8F42030F7}" dt="2025-04-21T11:33:49.428" v="782" actId="21"/>
          <ac:spMkLst>
            <pc:docMk/>
            <pc:sldMk cId="2239771303" sldId="337"/>
            <ac:spMk id="3" creationId="{00000000-0000-0000-0000-000000000000}"/>
          </ac:spMkLst>
        </pc:spChg>
        <pc:spChg chg="mod">
          <ac:chgData name="MARIA CELIA FERNANDEZ ALLER" userId="ff1d2d77-e00e-4f1f-b75c-5920e0983781" providerId="ADAL" clId="{C8475219-0116-4EC9-90B2-F9F8F42030F7}" dt="2025-04-21T11:33:39.824" v="778" actId="20577"/>
          <ac:spMkLst>
            <pc:docMk/>
            <pc:sldMk cId="2239771303" sldId="337"/>
            <ac:spMk id="4" creationId="{00000000-0000-0000-0000-000000000000}"/>
          </ac:spMkLst>
        </pc:spChg>
        <pc:picChg chg="add mod modCrop">
          <ac:chgData name="MARIA CELIA FERNANDEZ ALLER" userId="ff1d2d77-e00e-4f1f-b75c-5920e0983781" providerId="ADAL" clId="{C8475219-0116-4EC9-90B2-F9F8F42030F7}" dt="2025-04-20T18:33:07.544" v="301" actId="732"/>
          <ac:picMkLst>
            <pc:docMk/>
            <pc:sldMk cId="2239771303" sldId="337"/>
            <ac:picMk id="7" creationId="{694CDF98-B6E7-4696-0442-874E6DC42D02}"/>
          </ac:picMkLst>
        </pc:picChg>
      </pc:sldChg>
      <pc:sldChg chg="modSp mod">
        <pc:chgData name="MARIA CELIA FERNANDEZ ALLER" userId="ff1d2d77-e00e-4f1f-b75c-5920e0983781" providerId="ADAL" clId="{C8475219-0116-4EC9-90B2-F9F8F42030F7}" dt="2025-04-21T11:39:59.106" v="809" actId="207"/>
        <pc:sldMkLst>
          <pc:docMk/>
          <pc:sldMk cId="2973956471" sldId="338"/>
        </pc:sldMkLst>
        <pc:spChg chg="mod">
          <ac:chgData name="MARIA CELIA FERNANDEZ ALLER" userId="ff1d2d77-e00e-4f1f-b75c-5920e0983781" providerId="ADAL" clId="{C8475219-0116-4EC9-90B2-F9F8F42030F7}" dt="2025-04-21T11:39:59.106" v="809" actId="207"/>
          <ac:spMkLst>
            <pc:docMk/>
            <pc:sldMk cId="2973956471" sldId="338"/>
            <ac:spMk id="2" creationId="{00000000-0000-0000-0000-000000000000}"/>
          </ac:spMkLst>
        </pc:spChg>
        <pc:spChg chg="mod">
          <ac:chgData name="MARIA CELIA FERNANDEZ ALLER" userId="ff1d2d77-e00e-4f1f-b75c-5920e0983781" providerId="ADAL" clId="{C8475219-0116-4EC9-90B2-F9F8F42030F7}" dt="2025-04-21T11:11:53.322" v="579" actId="20577"/>
          <ac:spMkLst>
            <pc:docMk/>
            <pc:sldMk cId="2973956471" sldId="338"/>
            <ac:spMk id="4" creationId="{00000000-0000-0000-0000-000000000000}"/>
          </ac:spMkLst>
        </pc:spChg>
        <pc:picChg chg="mod">
          <ac:chgData name="MARIA CELIA FERNANDEZ ALLER" userId="ff1d2d77-e00e-4f1f-b75c-5920e0983781" providerId="ADAL" clId="{C8475219-0116-4EC9-90B2-F9F8F42030F7}" dt="2025-04-20T17:50:00.661" v="183" actId="1076"/>
          <ac:picMkLst>
            <pc:docMk/>
            <pc:sldMk cId="2973956471" sldId="338"/>
            <ac:picMk id="6" creationId="{00000000-0000-0000-0000-000000000000}"/>
          </ac:picMkLst>
        </pc:picChg>
      </pc:sldChg>
      <pc:sldChg chg="addSp delSp modSp new mod">
        <pc:chgData name="MARIA CELIA FERNANDEZ ALLER" userId="ff1d2d77-e00e-4f1f-b75c-5920e0983781" providerId="ADAL" clId="{C8475219-0116-4EC9-90B2-F9F8F42030F7}" dt="2025-04-20T17:54:44.488" v="192" actId="14100"/>
        <pc:sldMkLst>
          <pc:docMk/>
          <pc:sldMk cId="3086737888" sldId="339"/>
        </pc:sldMkLst>
        <pc:spChg chg="del">
          <ac:chgData name="MARIA CELIA FERNANDEZ ALLER" userId="ff1d2d77-e00e-4f1f-b75c-5920e0983781" providerId="ADAL" clId="{C8475219-0116-4EC9-90B2-F9F8F42030F7}" dt="2025-04-20T17:54:30.018" v="187" actId="22"/>
          <ac:spMkLst>
            <pc:docMk/>
            <pc:sldMk cId="3086737888" sldId="339"/>
            <ac:spMk id="3" creationId="{DB01EA4D-2A6F-110B-E2AA-3825F95FFD32}"/>
          </ac:spMkLst>
        </pc:spChg>
        <pc:picChg chg="add mod ord modCrop">
          <ac:chgData name="MARIA CELIA FERNANDEZ ALLER" userId="ff1d2d77-e00e-4f1f-b75c-5920e0983781" providerId="ADAL" clId="{C8475219-0116-4EC9-90B2-F9F8F42030F7}" dt="2025-04-20T17:54:44.488" v="192" actId="14100"/>
          <ac:picMkLst>
            <pc:docMk/>
            <pc:sldMk cId="3086737888" sldId="339"/>
            <ac:picMk id="7" creationId="{D4A81586-B3AF-0656-53B5-0C3C3F05F03E}"/>
          </ac:picMkLst>
        </pc:picChg>
      </pc:sldChg>
      <pc:sldChg chg="addSp delSp modSp new mod modNotesTx">
        <pc:chgData name="MARIA CELIA FERNANDEZ ALLER" userId="ff1d2d77-e00e-4f1f-b75c-5920e0983781" providerId="ADAL" clId="{C8475219-0116-4EC9-90B2-F9F8F42030F7}" dt="2025-04-21T11:44:38.377" v="857" actId="14100"/>
        <pc:sldMkLst>
          <pc:docMk/>
          <pc:sldMk cId="2565200543" sldId="340"/>
        </pc:sldMkLst>
        <pc:spChg chg="mod">
          <ac:chgData name="MARIA CELIA FERNANDEZ ALLER" userId="ff1d2d77-e00e-4f1f-b75c-5920e0983781" providerId="ADAL" clId="{C8475219-0116-4EC9-90B2-F9F8F42030F7}" dt="2025-04-21T11:44:38.377" v="857" actId="14100"/>
          <ac:spMkLst>
            <pc:docMk/>
            <pc:sldMk cId="2565200543" sldId="340"/>
            <ac:spMk id="2" creationId="{7B83EE73-910B-BAAA-ED79-7A2B0F4C8619}"/>
          </ac:spMkLst>
        </pc:spChg>
        <pc:spChg chg="del">
          <ac:chgData name="MARIA CELIA FERNANDEZ ALLER" userId="ff1d2d77-e00e-4f1f-b75c-5920e0983781" providerId="ADAL" clId="{C8475219-0116-4EC9-90B2-F9F8F42030F7}" dt="2025-04-21T11:12:26.103" v="583" actId="21"/>
          <ac:spMkLst>
            <pc:docMk/>
            <pc:sldMk cId="2565200543" sldId="340"/>
            <ac:spMk id="3" creationId="{C841D3BC-38ED-CB31-D29A-A8273A123212}"/>
          </ac:spMkLst>
        </pc:spChg>
        <pc:spChg chg="mod">
          <ac:chgData name="MARIA CELIA FERNANDEZ ALLER" userId="ff1d2d77-e00e-4f1f-b75c-5920e0983781" providerId="ADAL" clId="{C8475219-0116-4EC9-90B2-F9F8F42030F7}" dt="2025-04-21T11:44:36.062" v="856" actId="20577"/>
          <ac:spMkLst>
            <pc:docMk/>
            <pc:sldMk cId="2565200543" sldId="340"/>
            <ac:spMk id="4" creationId="{825502A7-32B9-261D-7716-FCB33FB679A3}"/>
          </ac:spMkLst>
        </pc:spChg>
        <pc:picChg chg="add mod modCrop">
          <ac:chgData name="MARIA CELIA FERNANDEZ ALLER" userId="ff1d2d77-e00e-4f1f-b75c-5920e0983781" providerId="ADAL" clId="{C8475219-0116-4EC9-90B2-F9F8F42030F7}" dt="2025-04-21T11:33:24.418" v="757" actId="14100"/>
          <ac:picMkLst>
            <pc:docMk/>
            <pc:sldMk cId="2565200543" sldId="340"/>
            <ac:picMk id="7" creationId="{80554FCA-28F1-A819-81D0-540FD3952DEF}"/>
          </ac:picMkLst>
        </pc:picChg>
      </pc:sldChg>
      <pc:sldChg chg="addSp delSp modSp new mod modNotesTx">
        <pc:chgData name="MARIA CELIA FERNANDEZ ALLER" userId="ff1d2d77-e00e-4f1f-b75c-5920e0983781" providerId="ADAL" clId="{C8475219-0116-4EC9-90B2-F9F8F42030F7}" dt="2025-04-21T11:33:27.866" v="758" actId="1076"/>
        <pc:sldMkLst>
          <pc:docMk/>
          <pc:sldMk cId="1414894694" sldId="341"/>
        </pc:sldMkLst>
        <pc:spChg chg="mod">
          <ac:chgData name="MARIA CELIA FERNANDEZ ALLER" userId="ff1d2d77-e00e-4f1f-b75c-5920e0983781" providerId="ADAL" clId="{C8475219-0116-4EC9-90B2-F9F8F42030F7}" dt="2025-04-20T18:29:03.770" v="296" actId="20577"/>
          <ac:spMkLst>
            <pc:docMk/>
            <pc:sldMk cId="1414894694" sldId="341"/>
            <ac:spMk id="2" creationId="{9789A222-B939-90C8-A88F-144C7A04B343}"/>
          </ac:spMkLst>
        </pc:spChg>
        <pc:spChg chg="del">
          <ac:chgData name="MARIA CELIA FERNANDEZ ALLER" userId="ff1d2d77-e00e-4f1f-b75c-5920e0983781" providerId="ADAL" clId="{C8475219-0116-4EC9-90B2-F9F8F42030F7}" dt="2025-04-21T11:12:35.375" v="584" actId="21"/>
          <ac:spMkLst>
            <pc:docMk/>
            <pc:sldMk cId="1414894694" sldId="341"/>
            <ac:spMk id="3" creationId="{F9BF5E6D-0447-DD94-EA61-222A3F7C4322}"/>
          </ac:spMkLst>
        </pc:spChg>
        <pc:spChg chg="mod">
          <ac:chgData name="MARIA CELIA FERNANDEZ ALLER" userId="ff1d2d77-e00e-4f1f-b75c-5920e0983781" providerId="ADAL" clId="{C8475219-0116-4EC9-90B2-F9F8F42030F7}" dt="2025-04-20T18:29:08.554" v="297" actId="20577"/>
          <ac:spMkLst>
            <pc:docMk/>
            <pc:sldMk cId="1414894694" sldId="341"/>
            <ac:spMk id="4" creationId="{07D6148C-0999-F462-1499-60115C5953E7}"/>
          </ac:spMkLst>
        </pc:spChg>
        <pc:picChg chg="add mod modCrop">
          <ac:chgData name="MARIA CELIA FERNANDEZ ALLER" userId="ff1d2d77-e00e-4f1f-b75c-5920e0983781" providerId="ADAL" clId="{C8475219-0116-4EC9-90B2-F9F8F42030F7}" dt="2025-04-21T11:33:27.866" v="758" actId="1076"/>
          <ac:picMkLst>
            <pc:docMk/>
            <pc:sldMk cId="1414894694" sldId="341"/>
            <ac:picMk id="7" creationId="{3420404C-0D8A-4503-1807-878DD03EBC5C}"/>
          </ac:picMkLst>
        </pc:picChg>
      </pc:sldChg>
      <pc:sldChg chg="addSp delSp modSp new mod modNotesTx">
        <pc:chgData name="MARIA CELIA FERNANDEZ ALLER" userId="ff1d2d77-e00e-4f1f-b75c-5920e0983781" providerId="ADAL" clId="{C8475219-0116-4EC9-90B2-F9F8F42030F7}" dt="2025-04-21T11:45:04.930" v="861" actId="14100"/>
        <pc:sldMkLst>
          <pc:docMk/>
          <pc:sldMk cId="2416455141" sldId="342"/>
        </pc:sldMkLst>
        <pc:spChg chg="mod">
          <ac:chgData name="MARIA CELIA FERNANDEZ ALLER" userId="ff1d2d77-e00e-4f1f-b75c-5920e0983781" providerId="ADAL" clId="{C8475219-0116-4EC9-90B2-F9F8F42030F7}" dt="2025-04-21T11:45:04.930" v="861" actId="14100"/>
          <ac:spMkLst>
            <pc:docMk/>
            <pc:sldMk cId="2416455141" sldId="342"/>
            <ac:spMk id="2" creationId="{5C8FC690-0763-3DC6-4DED-9238F0BBB59B}"/>
          </ac:spMkLst>
        </pc:spChg>
        <pc:spChg chg="del">
          <ac:chgData name="MARIA CELIA FERNANDEZ ALLER" userId="ff1d2d77-e00e-4f1f-b75c-5920e0983781" providerId="ADAL" clId="{C8475219-0116-4EC9-90B2-F9F8F42030F7}" dt="2025-04-21T11:20:06.383" v="609" actId="21"/>
          <ac:spMkLst>
            <pc:docMk/>
            <pc:sldMk cId="2416455141" sldId="342"/>
            <ac:spMk id="3" creationId="{02F05F2D-4F44-30C4-E092-D3FB8D48C2D3}"/>
          </ac:spMkLst>
        </pc:spChg>
        <pc:spChg chg="mod">
          <ac:chgData name="MARIA CELIA FERNANDEZ ALLER" userId="ff1d2d77-e00e-4f1f-b75c-5920e0983781" providerId="ADAL" clId="{C8475219-0116-4EC9-90B2-F9F8F42030F7}" dt="2025-04-21T11:45:02.671" v="860" actId="20577"/>
          <ac:spMkLst>
            <pc:docMk/>
            <pc:sldMk cId="2416455141" sldId="342"/>
            <ac:spMk id="4" creationId="{AA71D975-3E3A-DE57-912A-1B0385E9DF30}"/>
          </ac:spMkLst>
        </pc:spChg>
        <pc:picChg chg="add del mod modCrop">
          <ac:chgData name="MARIA CELIA FERNANDEZ ALLER" userId="ff1d2d77-e00e-4f1f-b75c-5920e0983781" providerId="ADAL" clId="{C8475219-0116-4EC9-90B2-F9F8F42030F7}" dt="2025-04-21T11:21:49.679" v="620" actId="478"/>
          <ac:picMkLst>
            <pc:docMk/>
            <pc:sldMk cId="2416455141" sldId="342"/>
            <ac:picMk id="7" creationId="{7B42EC11-3094-375C-5FC6-DF65F22A6AF3}"/>
          </ac:picMkLst>
        </pc:picChg>
        <pc:picChg chg="add mod modCrop">
          <ac:chgData name="MARIA CELIA FERNANDEZ ALLER" userId="ff1d2d77-e00e-4f1f-b75c-5920e0983781" providerId="ADAL" clId="{C8475219-0116-4EC9-90B2-F9F8F42030F7}" dt="2025-04-21T11:21:52.296" v="621" actId="1076"/>
          <ac:picMkLst>
            <pc:docMk/>
            <pc:sldMk cId="2416455141" sldId="342"/>
            <ac:picMk id="9" creationId="{BE33EE68-FD57-D1A3-D633-266424504BBF}"/>
          </ac:picMkLst>
        </pc:picChg>
      </pc:sldChg>
      <pc:sldChg chg="addSp delSp modSp new mod">
        <pc:chgData name="MARIA CELIA FERNANDEZ ALLER" userId="ff1d2d77-e00e-4f1f-b75c-5920e0983781" providerId="ADAL" clId="{C8475219-0116-4EC9-90B2-F9F8F42030F7}" dt="2025-04-21T11:45:13.826" v="863" actId="20577"/>
        <pc:sldMkLst>
          <pc:docMk/>
          <pc:sldMk cId="3563731061" sldId="343"/>
        </pc:sldMkLst>
        <pc:spChg chg="mod">
          <ac:chgData name="MARIA CELIA FERNANDEZ ALLER" userId="ff1d2d77-e00e-4f1f-b75c-5920e0983781" providerId="ADAL" clId="{C8475219-0116-4EC9-90B2-F9F8F42030F7}" dt="2025-04-21T11:45:10.189" v="862" actId="113"/>
          <ac:spMkLst>
            <pc:docMk/>
            <pc:sldMk cId="3563731061" sldId="343"/>
            <ac:spMk id="2" creationId="{C2AFD744-E0DC-A27B-AEF4-71C507F64D60}"/>
          </ac:spMkLst>
        </pc:spChg>
        <pc:spChg chg="del">
          <ac:chgData name="MARIA CELIA FERNANDEZ ALLER" userId="ff1d2d77-e00e-4f1f-b75c-5920e0983781" providerId="ADAL" clId="{C8475219-0116-4EC9-90B2-F9F8F42030F7}" dt="2025-04-21T11:24:08.241" v="653" actId="21"/>
          <ac:spMkLst>
            <pc:docMk/>
            <pc:sldMk cId="3563731061" sldId="343"/>
            <ac:spMk id="3" creationId="{249B6496-F1F4-7BF0-896D-16506804CC3D}"/>
          </ac:spMkLst>
        </pc:spChg>
        <pc:spChg chg="mod">
          <ac:chgData name="MARIA CELIA FERNANDEZ ALLER" userId="ff1d2d77-e00e-4f1f-b75c-5920e0983781" providerId="ADAL" clId="{C8475219-0116-4EC9-90B2-F9F8F42030F7}" dt="2025-04-21T11:45:13.826" v="863" actId="20577"/>
          <ac:spMkLst>
            <pc:docMk/>
            <pc:sldMk cId="3563731061" sldId="343"/>
            <ac:spMk id="4" creationId="{6A77F8BC-96B3-24CC-CD83-55BB3D362390}"/>
          </ac:spMkLst>
        </pc:spChg>
        <pc:picChg chg="add del">
          <ac:chgData name="MARIA CELIA FERNANDEZ ALLER" userId="ff1d2d77-e00e-4f1f-b75c-5920e0983781" providerId="ADAL" clId="{C8475219-0116-4EC9-90B2-F9F8F42030F7}" dt="2025-04-21T11:23:31.118" v="648" actId="21"/>
          <ac:picMkLst>
            <pc:docMk/>
            <pc:sldMk cId="3563731061" sldId="343"/>
            <ac:picMk id="7" creationId="{8CD421FE-0806-998B-731F-7DB00E11C1CF}"/>
          </ac:picMkLst>
        </pc:picChg>
        <pc:picChg chg="add del mod">
          <ac:chgData name="MARIA CELIA FERNANDEZ ALLER" userId="ff1d2d77-e00e-4f1f-b75c-5920e0983781" providerId="ADAL" clId="{C8475219-0116-4EC9-90B2-F9F8F42030F7}" dt="2025-04-21T11:23:38.658" v="651" actId="21"/>
          <ac:picMkLst>
            <pc:docMk/>
            <pc:sldMk cId="3563731061" sldId="343"/>
            <ac:picMk id="8" creationId="{8CD421FE-0806-998B-731F-7DB00E11C1CF}"/>
          </ac:picMkLst>
        </pc:picChg>
        <pc:picChg chg="add mod">
          <ac:chgData name="MARIA CELIA FERNANDEZ ALLER" userId="ff1d2d77-e00e-4f1f-b75c-5920e0983781" providerId="ADAL" clId="{C8475219-0116-4EC9-90B2-F9F8F42030F7}" dt="2025-04-21T11:24:16.368" v="657" actId="14100"/>
          <ac:picMkLst>
            <pc:docMk/>
            <pc:sldMk cId="3563731061" sldId="343"/>
            <ac:picMk id="10" creationId="{B41F28B5-CF86-9D0D-8392-6AF952152B30}"/>
          </ac:picMkLst>
        </pc:picChg>
      </pc:sldChg>
      <pc:sldChg chg="addSp delSp modSp new mod modNotesTx">
        <pc:chgData name="MARIA CELIA FERNANDEZ ALLER" userId="ff1d2d77-e00e-4f1f-b75c-5920e0983781" providerId="ADAL" clId="{C8475219-0116-4EC9-90B2-F9F8F42030F7}" dt="2025-04-21T11:40:54.737" v="839"/>
        <pc:sldMkLst>
          <pc:docMk/>
          <pc:sldMk cId="3222916096" sldId="344"/>
        </pc:sldMkLst>
        <pc:spChg chg="mod">
          <ac:chgData name="MARIA CELIA FERNANDEZ ALLER" userId="ff1d2d77-e00e-4f1f-b75c-5920e0983781" providerId="ADAL" clId="{C8475219-0116-4EC9-90B2-F9F8F42030F7}" dt="2025-04-21T11:32:41.945" v="741" actId="20577"/>
          <ac:spMkLst>
            <pc:docMk/>
            <pc:sldMk cId="3222916096" sldId="344"/>
            <ac:spMk id="2" creationId="{08349384-4D38-2B77-01A2-91491BDF231A}"/>
          </ac:spMkLst>
        </pc:spChg>
        <pc:spChg chg="del">
          <ac:chgData name="MARIA CELIA FERNANDEZ ALLER" userId="ff1d2d77-e00e-4f1f-b75c-5920e0983781" providerId="ADAL" clId="{C8475219-0116-4EC9-90B2-F9F8F42030F7}" dt="2025-04-21T11:30:47.901" v="692" actId="21"/>
          <ac:spMkLst>
            <pc:docMk/>
            <pc:sldMk cId="3222916096" sldId="344"/>
            <ac:spMk id="3" creationId="{27005E7F-E4F9-59AE-D983-F9D1C592216A}"/>
          </ac:spMkLst>
        </pc:spChg>
        <pc:spChg chg="mod">
          <ac:chgData name="MARIA CELIA FERNANDEZ ALLER" userId="ff1d2d77-e00e-4f1f-b75c-5920e0983781" providerId="ADAL" clId="{C8475219-0116-4EC9-90B2-F9F8F42030F7}" dt="2025-04-21T11:31:57.290" v="698" actId="20577"/>
          <ac:spMkLst>
            <pc:docMk/>
            <pc:sldMk cId="3222916096" sldId="344"/>
            <ac:spMk id="4" creationId="{C9B78A8E-6D55-1AB9-AB59-254D312C1A50}"/>
          </ac:spMkLst>
        </pc:spChg>
        <pc:picChg chg="add del">
          <ac:chgData name="MARIA CELIA FERNANDEZ ALLER" userId="ff1d2d77-e00e-4f1f-b75c-5920e0983781" providerId="ADAL" clId="{C8475219-0116-4EC9-90B2-F9F8F42030F7}" dt="2025-04-21T11:29:40.169" v="685" actId="21"/>
          <ac:picMkLst>
            <pc:docMk/>
            <pc:sldMk cId="3222916096" sldId="344"/>
            <ac:picMk id="7" creationId="{AE7EC6F5-96D9-9498-1DB1-BB22FC90B29E}"/>
          </ac:picMkLst>
        </pc:picChg>
        <pc:picChg chg="add del mod">
          <ac:chgData name="MARIA CELIA FERNANDEZ ALLER" userId="ff1d2d77-e00e-4f1f-b75c-5920e0983781" providerId="ADAL" clId="{C8475219-0116-4EC9-90B2-F9F8F42030F7}" dt="2025-04-21T11:29:44.015" v="687" actId="21"/>
          <ac:picMkLst>
            <pc:docMk/>
            <pc:sldMk cId="3222916096" sldId="344"/>
            <ac:picMk id="8" creationId="{AE7EC6F5-96D9-9498-1DB1-BB22FC90B29E}"/>
          </ac:picMkLst>
        </pc:picChg>
        <pc:picChg chg="add mod modCrop">
          <ac:chgData name="MARIA CELIA FERNANDEZ ALLER" userId="ff1d2d77-e00e-4f1f-b75c-5920e0983781" providerId="ADAL" clId="{C8475219-0116-4EC9-90B2-F9F8F42030F7}" dt="2025-04-21T11:30:50.058" v="693" actId="14100"/>
          <ac:picMkLst>
            <pc:docMk/>
            <pc:sldMk cId="3222916096" sldId="344"/>
            <ac:picMk id="10" creationId="{7ACC48A9-8577-C9B8-F6B1-80EB124D71C9}"/>
          </ac:picMkLst>
        </pc:picChg>
      </pc:sldChg>
    </pc:docChg>
  </pc:docChgLst>
  <pc:docChgLst>
    <pc:chgData name="SERGIO ALEJANDRO D ANTONIO MACEIRAS" userId="37b38641-b999-4aca-8435-552cd1cad571" providerId="ADAL" clId="{8F25E2E6-5431-4ED9-A28C-D84E99AA5521}"/>
    <pc:docChg chg="undo custSel addSld delSld modSld sldOrd">
      <pc:chgData name="SERGIO ALEJANDRO D ANTONIO MACEIRAS" userId="37b38641-b999-4aca-8435-552cd1cad571" providerId="ADAL" clId="{8F25E2E6-5431-4ED9-A28C-D84E99AA5521}" dt="2023-01-31T13:37:09.722" v="1640" actId="20577"/>
      <pc:docMkLst>
        <pc:docMk/>
      </pc:docMkLst>
      <pc:sldChg chg="modSp">
        <pc:chgData name="SERGIO ALEJANDRO D ANTONIO MACEIRAS" userId="37b38641-b999-4aca-8435-552cd1cad571" providerId="ADAL" clId="{8F25E2E6-5431-4ED9-A28C-D84E99AA5521}" dt="2023-01-31T13:18:44.935" v="1574" actId="20577"/>
        <pc:sldMkLst>
          <pc:docMk/>
          <pc:sldMk cId="1839989369" sldId="261"/>
        </pc:sldMkLst>
      </pc:sldChg>
      <pc:sldChg chg="addSp modSp">
        <pc:chgData name="SERGIO ALEJANDRO D ANTONIO MACEIRAS" userId="37b38641-b999-4aca-8435-552cd1cad571" providerId="ADAL" clId="{8F25E2E6-5431-4ED9-A28C-D84E99AA5521}" dt="2023-01-31T11:00:30.240" v="947" actId="20577"/>
        <pc:sldMkLst>
          <pc:docMk/>
          <pc:sldMk cId="2200351549" sldId="266"/>
        </pc:sldMkLst>
      </pc:sldChg>
      <pc:sldChg chg="modSp">
        <pc:chgData name="SERGIO ALEJANDRO D ANTONIO MACEIRAS" userId="37b38641-b999-4aca-8435-552cd1cad571" providerId="ADAL" clId="{8F25E2E6-5431-4ED9-A28C-D84E99AA5521}" dt="2023-01-31T13:12:32.039" v="1541" actId="20577"/>
        <pc:sldMkLst>
          <pc:docMk/>
          <pc:sldMk cId="452470911" sldId="269"/>
        </pc:sldMkLst>
      </pc:sldChg>
      <pc:sldChg chg="modSp">
        <pc:chgData name="SERGIO ALEJANDRO D ANTONIO MACEIRAS" userId="37b38641-b999-4aca-8435-552cd1cad571" providerId="ADAL" clId="{8F25E2E6-5431-4ED9-A28C-D84E99AA5521}" dt="2023-01-31T13:19:28.131" v="1604" actId="20577"/>
        <pc:sldMkLst>
          <pc:docMk/>
          <pc:sldMk cId="438624939" sldId="280"/>
        </pc:sldMkLst>
      </pc:sldChg>
      <pc:sldChg chg="addSp delSp modSp add">
        <pc:chgData name="SERGIO ALEJANDRO D ANTONIO MACEIRAS" userId="37b38641-b999-4aca-8435-552cd1cad571" providerId="ADAL" clId="{8F25E2E6-5431-4ED9-A28C-D84E99AA5521}" dt="2023-01-31T09:04:39.741" v="87" actId="207"/>
        <pc:sldMkLst>
          <pc:docMk/>
          <pc:sldMk cId="2275346884" sldId="281"/>
        </pc:sldMkLst>
      </pc:sldChg>
      <pc:sldChg chg="addSp delSp modSp add">
        <pc:chgData name="SERGIO ALEJANDRO D ANTONIO MACEIRAS" userId="37b38641-b999-4aca-8435-552cd1cad571" providerId="ADAL" clId="{8F25E2E6-5431-4ED9-A28C-D84E99AA5521}" dt="2023-01-31T09:07:28.821" v="131"/>
        <pc:sldMkLst>
          <pc:docMk/>
          <pc:sldMk cId="1313040829" sldId="282"/>
        </pc:sldMkLst>
      </pc:sldChg>
      <pc:sldChg chg="addSp delSp modSp add">
        <pc:chgData name="SERGIO ALEJANDRO D ANTONIO MACEIRAS" userId="37b38641-b999-4aca-8435-552cd1cad571" providerId="ADAL" clId="{8F25E2E6-5431-4ED9-A28C-D84E99AA5521}" dt="2023-01-31T10:01:43.361" v="545"/>
        <pc:sldMkLst>
          <pc:docMk/>
          <pc:sldMk cId="1412461609" sldId="283"/>
        </pc:sldMkLst>
      </pc:sldChg>
      <pc:sldChg chg="addSp delSp modSp add">
        <pc:chgData name="SERGIO ALEJANDRO D ANTONIO MACEIRAS" userId="37b38641-b999-4aca-8435-552cd1cad571" providerId="ADAL" clId="{8F25E2E6-5431-4ED9-A28C-D84E99AA5521}" dt="2023-01-31T10:27:57.856" v="795" actId="1076"/>
        <pc:sldMkLst>
          <pc:docMk/>
          <pc:sldMk cId="2514130023" sldId="284"/>
        </pc:sldMkLst>
      </pc:sldChg>
      <pc:sldChg chg="addSp delSp modSp add ord">
        <pc:chgData name="SERGIO ALEJANDRO D ANTONIO MACEIRAS" userId="37b38641-b999-4aca-8435-552cd1cad571" providerId="ADAL" clId="{8F25E2E6-5431-4ED9-A28C-D84E99AA5521}" dt="2023-01-31T10:48:29.148" v="901"/>
        <pc:sldMkLst>
          <pc:docMk/>
          <pc:sldMk cId="3155473002" sldId="285"/>
        </pc:sldMkLst>
      </pc:sldChg>
      <pc:sldChg chg="addSp delSp modSp add ord modNotesTx">
        <pc:chgData name="SERGIO ALEJANDRO D ANTONIO MACEIRAS" userId="37b38641-b999-4aca-8435-552cd1cad571" providerId="ADAL" clId="{8F25E2E6-5431-4ED9-A28C-D84E99AA5521}" dt="2023-01-31T11:08:22.821" v="1078" actId="14100"/>
        <pc:sldMkLst>
          <pc:docMk/>
          <pc:sldMk cId="1167708821" sldId="286"/>
        </pc:sldMkLst>
      </pc:sldChg>
      <pc:sldChg chg="modSp add ord">
        <pc:chgData name="SERGIO ALEJANDRO D ANTONIO MACEIRAS" userId="37b38641-b999-4aca-8435-552cd1cad571" providerId="ADAL" clId="{8F25E2E6-5431-4ED9-A28C-D84E99AA5521}" dt="2023-01-31T10:52:06.666" v="929"/>
        <pc:sldMkLst>
          <pc:docMk/>
          <pc:sldMk cId="947386334" sldId="287"/>
        </pc:sldMkLst>
      </pc:sldChg>
      <pc:sldChg chg="modSp add ord">
        <pc:chgData name="SERGIO ALEJANDRO D ANTONIO MACEIRAS" userId="37b38641-b999-4aca-8435-552cd1cad571" providerId="ADAL" clId="{8F25E2E6-5431-4ED9-A28C-D84E99AA5521}" dt="2023-01-31T13:03:27.931" v="1540"/>
        <pc:sldMkLst>
          <pc:docMk/>
          <pc:sldMk cId="2635539850" sldId="288"/>
        </pc:sldMkLst>
      </pc:sldChg>
      <pc:sldChg chg="addSp modSp add">
        <pc:chgData name="SERGIO ALEJANDRO D ANTONIO MACEIRAS" userId="37b38641-b999-4aca-8435-552cd1cad571" providerId="ADAL" clId="{8F25E2E6-5431-4ED9-A28C-D84E99AA5521}" dt="2023-01-31T10:27:45.081" v="794" actId="14100"/>
        <pc:sldMkLst>
          <pc:docMk/>
          <pc:sldMk cId="4245174313" sldId="289"/>
        </pc:sldMkLst>
      </pc:sldChg>
      <pc:sldChg chg="addSp delSp modSp add delAnim modAnim modNotesTx">
        <pc:chgData name="SERGIO ALEJANDRO D ANTONIO MACEIRAS" userId="37b38641-b999-4aca-8435-552cd1cad571" providerId="ADAL" clId="{8F25E2E6-5431-4ED9-A28C-D84E99AA5521}" dt="2023-01-31T10:39:01.648" v="900" actId="113"/>
        <pc:sldMkLst>
          <pc:docMk/>
          <pc:sldMk cId="2078276602" sldId="290"/>
        </pc:sldMkLst>
      </pc:sldChg>
      <pc:sldChg chg="modSp add del">
        <pc:chgData name="SERGIO ALEJANDRO D ANTONIO MACEIRAS" userId="37b38641-b999-4aca-8435-552cd1cad571" providerId="ADAL" clId="{8F25E2E6-5431-4ED9-A28C-D84E99AA5521}" dt="2023-01-31T10:52:02.263" v="928" actId="2696"/>
        <pc:sldMkLst>
          <pc:docMk/>
          <pc:sldMk cId="2811383061" sldId="291"/>
        </pc:sldMkLst>
      </pc:sldChg>
      <pc:sldChg chg="addSp delSp modSp add del">
        <pc:chgData name="SERGIO ALEJANDRO D ANTONIO MACEIRAS" userId="37b38641-b999-4aca-8435-552cd1cad571" providerId="ADAL" clId="{8F25E2E6-5431-4ED9-A28C-D84E99AA5521}" dt="2023-01-31T11:13:21.238" v="1084" actId="2696"/>
        <pc:sldMkLst>
          <pc:docMk/>
          <pc:sldMk cId="3306521487" sldId="292"/>
        </pc:sldMkLst>
      </pc:sldChg>
      <pc:sldChg chg="modSp add">
        <pc:chgData name="SERGIO ALEJANDRO D ANTONIO MACEIRAS" userId="37b38641-b999-4aca-8435-552cd1cad571" providerId="ADAL" clId="{8F25E2E6-5431-4ED9-A28C-D84E99AA5521}" dt="2023-01-31T13:34:16.560" v="1619" actId="20577"/>
        <pc:sldMkLst>
          <pc:docMk/>
          <pc:sldMk cId="3226112402" sldId="293"/>
        </pc:sldMkLst>
      </pc:sldChg>
      <pc:sldChg chg="addSp delSp modSp add modNotesTx">
        <pc:chgData name="SERGIO ALEJANDRO D ANTONIO MACEIRAS" userId="37b38641-b999-4aca-8435-552cd1cad571" providerId="ADAL" clId="{8F25E2E6-5431-4ED9-A28C-D84E99AA5521}" dt="2023-01-31T11:13:18.620" v="1083" actId="20577"/>
        <pc:sldMkLst>
          <pc:docMk/>
          <pc:sldMk cId="1330554142" sldId="294"/>
        </pc:sldMkLst>
      </pc:sldChg>
      <pc:sldChg chg="addSp delSp modSp add">
        <pc:chgData name="SERGIO ALEJANDRO D ANTONIO MACEIRAS" userId="37b38641-b999-4aca-8435-552cd1cad571" providerId="ADAL" clId="{8F25E2E6-5431-4ED9-A28C-D84E99AA5521}" dt="2023-01-31T12:26:02.997" v="1112"/>
        <pc:sldMkLst>
          <pc:docMk/>
          <pc:sldMk cId="3123087994" sldId="295"/>
        </pc:sldMkLst>
      </pc:sldChg>
      <pc:sldChg chg="addSp delSp modSp add">
        <pc:chgData name="SERGIO ALEJANDRO D ANTONIO MACEIRAS" userId="37b38641-b999-4aca-8435-552cd1cad571" providerId="ADAL" clId="{8F25E2E6-5431-4ED9-A28C-D84E99AA5521}" dt="2023-01-31T12:28:13.528" v="1158"/>
        <pc:sldMkLst>
          <pc:docMk/>
          <pc:sldMk cId="1219595561" sldId="296"/>
        </pc:sldMkLst>
      </pc:sldChg>
      <pc:sldChg chg="addSp modSp add modNotesTx">
        <pc:chgData name="SERGIO ALEJANDRO D ANTONIO MACEIRAS" userId="37b38641-b999-4aca-8435-552cd1cad571" providerId="ADAL" clId="{8F25E2E6-5431-4ED9-A28C-D84E99AA5521}" dt="2023-01-31T12:33:23.592" v="1305" actId="20577"/>
        <pc:sldMkLst>
          <pc:docMk/>
          <pc:sldMk cId="4182909788" sldId="297"/>
        </pc:sldMkLst>
      </pc:sldChg>
      <pc:sldChg chg="modSp add ord">
        <pc:chgData name="SERGIO ALEJANDRO D ANTONIO MACEIRAS" userId="37b38641-b999-4aca-8435-552cd1cad571" providerId="ADAL" clId="{8F25E2E6-5431-4ED9-A28C-D84E99AA5521}" dt="2023-01-31T12:31:26.359" v="1215" actId="20577"/>
        <pc:sldMkLst>
          <pc:docMk/>
          <pc:sldMk cId="4144248770" sldId="298"/>
        </pc:sldMkLst>
      </pc:sldChg>
      <pc:sldChg chg="addSp delSp modSp add modNotesTx">
        <pc:chgData name="SERGIO ALEJANDRO D ANTONIO MACEIRAS" userId="37b38641-b999-4aca-8435-552cd1cad571" providerId="ADAL" clId="{8F25E2E6-5431-4ED9-A28C-D84E99AA5521}" dt="2023-01-31T12:55:22.626" v="1402" actId="313"/>
        <pc:sldMkLst>
          <pc:docMk/>
          <pc:sldMk cId="2128114840" sldId="299"/>
        </pc:sldMkLst>
      </pc:sldChg>
      <pc:sldChg chg="addSp delSp modSp add ord">
        <pc:chgData name="SERGIO ALEJANDRO D ANTONIO MACEIRAS" userId="37b38641-b999-4aca-8435-552cd1cad571" providerId="ADAL" clId="{8F25E2E6-5431-4ED9-A28C-D84E99AA5521}" dt="2023-01-31T13:33:24.953" v="1609" actId="14100"/>
        <pc:sldMkLst>
          <pc:docMk/>
          <pc:sldMk cId="2889204984" sldId="300"/>
        </pc:sldMkLst>
      </pc:sldChg>
      <pc:sldChg chg="addSp delSp modSp add">
        <pc:chgData name="SERGIO ALEJANDRO D ANTONIO MACEIRAS" userId="37b38641-b999-4aca-8435-552cd1cad571" providerId="ADAL" clId="{8F25E2E6-5431-4ED9-A28C-D84E99AA5521}" dt="2023-01-31T12:53:50.384" v="1331" actId="1076"/>
        <pc:sldMkLst>
          <pc:docMk/>
          <pc:sldMk cId="2432486136" sldId="301"/>
        </pc:sldMkLst>
      </pc:sldChg>
      <pc:sldChg chg="modSp add">
        <pc:chgData name="SERGIO ALEJANDRO D ANTONIO MACEIRAS" userId="37b38641-b999-4aca-8435-552cd1cad571" providerId="ADAL" clId="{8F25E2E6-5431-4ED9-A28C-D84E99AA5521}" dt="2023-01-31T12:58:22.555" v="1426" actId="113"/>
        <pc:sldMkLst>
          <pc:docMk/>
          <pc:sldMk cId="1164474570" sldId="302"/>
        </pc:sldMkLst>
      </pc:sldChg>
      <pc:sldChg chg="modSp add">
        <pc:chgData name="SERGIO ALEJANDRO D ANTONIO MACEIRAS" userId="37b38641-b999-4aca-8435-552cd1cad571" providerId="ADAL" clId="{8F25E2E6-5431-4ED9-A28C-D84E99AA5521}" dt="2023-01-31T12:59:36.652" v="1444"/>
        <pc:sldMkLst>
          <pc:docMk/>
          <pc:sldMk cId="474646446" sldId="303"/>
        </pc:sldMkLst>
      </pc:sldChg>
      <pc:sldChg chg="modSp add">
        <pc:chgData name="SERGIO ALEJANDRO D ANTONIO MACEIRAS" userId="37b38641-b999-4aca-8435-552cd1cad571" providerId="ADAL" clId="{8F25E2E6-5431-4ED9-A28C-D84E99AA5521}" dt="2023-01-31T13:02:31.362" v="1535" actId="27636"/>
        <pc:sldMkLst>
          <pc:docMk/>
          <pc:sldMk cId="47502375" sldId="304"/>
        </pc:sldMkLst>
      </pc:sldChg>
      <pc:sldChg chg="modSp add">
        <pc:chgData name="SERGIO ALEJANDRO D ANTONIO MACEIRAS" userId="37b38641-b999-4aca-8435-552cd1cad571" providerId="ADAL" clId="{8F25E2E6-5431-4ED9-A28C-D84E99AA5521}" dt="2023-01-31T13:03:08.241" v="1539" actId="113"/>
        <pc:sldMkLst>
          <pc:docMk/>
          <pc:sldMk cId="2615730738" sldId="305"/>
        </pc:sldMkLst>
      </pc:sldChg>
      <pc:sldChg chg="addSp modSp add">
        <pc:chgData name="SERGIO ALEJANDRO D ANTONIO MACEIRAS" userId="37b38641-b999-4aca-8435-552cd1cad571" providerId="ADAL" clId="{8F25E2E6-5431-4ED9-A28C-D84E99AA5521}" dt="2023-01-31T13:02:15.106" v="1533" actId="27636"/>
        <pc:sldMkLst>
          <pc:docMk/>
          <pc:sldMk cId="3939506950" sldId="306"/>
        </pc:sldMkLst>
      </pc:sldChg>
      <pc:sldChg chg="addSp delSp modSp add modNotesTx">
        <pc:chgData name="SERGIO ALEJANDRO D ANTONIO MACEIRAS" userId="37b38641-b999-4aca-8435-552cd1cad571" providerId="ADAL" clId="{8F25E2E6-5431-4ED9-A28C-D84E99AA5521}" dt="2023-01-31T13:37:09.722" v="1640" actId="20577"/>
        <pc:sldMkLst>
          <pc:docMk/>
          <pc:sldMk cId="1039969128" sldId="307"/>
        </pc:sldMkLst>
      </pc:sldChg>
      <pc:sldChg chg="addSp delSp modSp add del">
        <pc:chgData name="SERGIO ALEJANDRO D ANTONIO MACEIRAS" userId="37b38641-b999-4aca-8435-552cd1cad571" providerId="ADAL" clId="{8F25E2E6-5431-4ED9-A28C-D84E99AA5521}" dt="2023-01-31T13:34:50.023" v="1625" actId="2696"/>
        <pc:sldMkLst>
          <pc:docMk/>
          <pc:sldMk cId="1928339587" sldId="307"/>
        </pc:sldMkLst>
      </pc:sldChg>
    </pc:docChg>
  </pc:docChgLst>
  <pc:docChgLst>
    <pc:chgData name="mariacelia.fernandez@upm.es" userId="S::mariacelia.fernandez@upm.es::ff1d2d77-e00e-4f1f-b75c-5920e0983781" providerId="AD" clId="Web-{2DD0408E-3D44-93CB-D415-8794399D70AC}"/>
    <pc:docChg chg="modSld">
      <pc:chgData name="mariacelia.fernandez@upm.es" userId="S::mariacelia.fernandez@upm.es::ff1d2d77-e00e-4f1f-b75c-5920e0983781" providerId="AD" clId="Web-{2DD0408E-3D44-93CB-D415-8794399D70AC}" dt="2023-02-01T14:28:28.591" v="0" actId="20577"/>
      <pc:docMkLst>
        <pc:docMk/>
      </pc:docMkLst>
      <pc:sldChg chg="modSp">
        <pc:chgData name="mariacelia.fernandez@upm.es" userId="S::mariacelia.fernandez@upm.es::ff1d2d77-e00e-4f1f-b75c-5920e0983781" providerId="AD" clId="Web-{2DD0408E-3D44-93CB-D415-8794399D70AC}" dt="2023-02-01T14:28:28.591" v="0" actId="20577"/>
        <pc:sldMkLst>
          <pc:docMk/>
          <pc:sldMk cId="452470911" sldId="269"/>
        </pc:sldMkLst>
      </pc:sldChg>
    </pc:docChg>
  </pc:docChgLst>
  <pc:docChgLst>
    <pc:chgData name="mariacelia.fernandez@upm.es" userId="S::mariacelia.fernandez@upm.es::ff1d2d77-e00e-4f1f-b75c-5920e0983781" providerId="AD" clId="Web-{0DA341FD-CC60-BBC1-8BB8-A87B981F168E}"/>
    <pc:docChg chg="modSld">
      <pc:chgData name="mariacelia.fernandez@upm.es" userId="S::mariacelia.fernandez@upm.es::ff1d2d77-e00e-4f1f-b75c-5920e0983781" providerId="AD" clId="Web-{0DA341FD-CC60-BBC1-8BB8-A87B981F168E}" dt="2023-01-31T14:09:48.140" v="24" actId="20577"/>
      <pc:docMkLst>
        <pc:docMk/>
      </pc:docMkLst>
      <pc:sldChg chg="modSp">
        <pc:chgData name="mariacelia.fernandez@upm.es" userId="S::mariacelia.fernandez@upm.es::ff1d2d77-e00e-4f1f-b75c-5920e0983781" providerId="AD" clId="Web-{0DA341FD-CC60-BBC1-8BB8-A87B981F168E}" dt="2023-01-31T14:08:09.185" v="22" actId="20577"/>
        <pc:sldMkLst>
          <pc:docMk/>
          <pc:sldMk cId="3226112402" sldId="293"/>
        </pc:sldMkLst>
      </pc:sldChg>
      <pc:sldChg chg="modSp">
        <pc:chgData name="mariacelia.fernandez@upm.es" userId="S::mariacelia.fernandez@upm.es::ff1d2d77-e00e-4f1f-b75c-5920e0983781" providerId="AD" clId="Web-{0DA341FD-CC60-BBC1-8BB8-A87B981F168E}" dt="2023-01-31T14:09:48.140" v="24" actId="20577"/>
        <pc:sldMkLst>
          <pc:docMk/>
          <pc:sldMk cId="1164474570" sldId="302"/>
        </pc:sldMkLst>
      </pc:sldChg>
    </pc:docChg>
  </pc:docChgLst>
  <pc:docChgLst>
    <pc:chgData name="SERGIO ALEJANDRO D ANTONIO MACEIRAS" userId="S::sergio.dantonio@upm.es::37b38641-b999-4aca-8435-552cd1cad571" providerId="AD" clId="Web-{2AD7B860-36EB-4D0C-AB5B-6E9B0695C051}"/>
    <pc:docChg chg="modSld">
      <pc:chgData name="SERGIO ALEJANDRO D ANTONIO MACEIRAS" userId="S::sergio.dantonio@upm.es::37b38641-b999-4aca-8435-552cd1cad571" providerId="AD" clId="Web-{2AD7B860-36EB-4D0C-AB5B-6E9B0695C051}" dt="2023-02-01T09:06:51.923" v="38" actId="20577"/>
      <pc:docMkLst>
        <pc:docMk/>
      </pc:docMkLst>
      <pc:sldChg chg="addSp modSp">
        <pc:chgData name="SERGIO ALEJANDRO D ANTONIO MACEIRAS" userId="S::sergio.dantonio@upm.es::37b38641-b999-4aca-8435-552cd1cad571" providerId="AD" clId="Web-{2AD7B860-36EB-4D0C-AB5B-6E9B0695C051}" dt="2023-02-01T08:44:35.367" v="22" actId="1076"/>
        <pc:sldMkLst>
          <pc:docMk/>
          <pc:sldMk cId="1495802475" sldId="257"/>
        </pc:sldMkLst>
      </pc:sldChg>
      <pc:sldChg chg="modSp">
        <pc:chgData name="SERGIO ALEJANDRO D ANTONIO MACEIRAS" userId="S::sergio.dantonio@upm.es::37b38641-b999-4aca-8435-552cd1cad571" providerId="AD" clId="Web-{2AD7B860-36EB-4D0C-AB5B-6E9B0695C051}" dt="2023-02-01T08:41:28.439" v="10" actId="20577"/>
        <pc:sldMkLst>
          <pc:docMk/>
          <pc:sldMk cId="3025993222" sldId="258"/>
        </pc:sldMkLst>
      </pc:sldChg>
      <pc:sldChg chg="addSp modSp">
        <pc:chgData name="SERGIO ALEJANDRO D ANTONIO MACEIRAS" userId="S::sergio.dantonio@upm.es::37b38641-b999-4aca-8435-552cd1cad571" providerId="AD" clId="Web-{2AD7B860-36EB-4D0C-AB5B-6E9B0695C051}" dt="2023-02-01T08:47:26.593" v="34" actId="1076"/>
        <pc:sldMkLst>
          <pc:docMk/>
          <pc:sldMk cId="931554552" sldId="259"/>
        </pc:sldMkLst>
      </pc:sldChg>
      <pc:sldChg chg="modSp">
        <pc:chgData name="SERGIO ALEJANDRO D ANTONIO MACEIRAS" userId="S::sergio.dantonio@upm.es::37b38641-b999-4aca-8435-552cd1cad571" providerId="AD" clId="Web-{2AD7B860-36EB-4D0C-AB5B-6E9B0695C051}" dt="2023-02-01T09:06:51.923" v="38" actId="20577"/>
        <pc:sldMkLst>
          <pc:docMk/>
          <pc:sldMk cId="312980169" sldId="264"/>
        </pc:sldMkLst>
      </pc:sldChg>
      <pc:sldChg chg="modSp">
        <pc:chgData name="SERGIO ALEJANDRO D ANTONIO MACEIRAS" userId="S::sergio.dantonio@upm.es::37b38641-b999-4aca-8435-552cd1cad571" providerId="AD" clId="Web-{2AD7B860-36EB-4D0C-AB5B-6E9B0695C051}" dt="2023-02-01T09:05:14.014" v="35" actId="20577"/>
        <pc:sldMkLst>
          <pc:docMk/>
          <pc:sldMk cId="3641658238" sldId="267"/>
        </pc:sldMkLst>
      </pc:sldChg>
      <pc:sldChg chg="modSp">
        <pc:chgData name="SERGIO ALEJANDRO D ANTONIO MACEIRAS" userId="S::sergio.dantonio@upm.es::37b38641-b999-4aca-8435-552cd1cad571" providerId="AD" clId="Web-{2AD7B860-36EB-4D0C-AB5B-6E9B0695C051}" dt="2023-02-01T08:37:29.414" v="6" actId="20577"/>
        <pc:sldMkLst>
          <pc:docMk/>
          <pc:sldMk cId="992271603" sldId="279"/>
        </pc:sldMkLst>
      </pc:sldChg>
      <pc:sldChg chg="mod modShow">
        <pc:chgData name="SERGIO ALEJANDRO D ANTONIO MACEIRAS" userId="S::sergio.dantonio@upm.es::37b38641-b999-4aca-8435-552cd1cad571" providerId="AD" clId="Web-{2AD7B860-36EB-4D0C-AB5B-6E9B0695C051}" dt="2023-02-01T09:06:27.876" v="36"/>
        <pc:sldMkLst>
          <pc:docMk/>
          <pc:sldMk cId="424517431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516698-0A7E-4179-B81A-30B2783F2C15}" type="datetimeFigureOut">
              <a:rPr lang="es-ES" smtClean="0"/>
              <a:t>21/04/2025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1D7475-3A4C-451E-84F4-15FDA2C826AA}" type="slidenum">
              <a:rPr lang="es-ES" smtClean="0"/>
              <a:t>‹Nº›</a:t>
            </a:fld>
            <a:endParaRPr lang="es-ES"/>
          </a:p>
        </p:txBody>
      </p:sp>
    </p:spTree>
    <p:extLst>
      <p:ext uri="{BB962C8B-B14F-4D97-AF65-F5344CB8AC3E}">
        <p14:creationId xmlns:p14="http://schemas.microsoft.com/office/powerpoint/2010/main" val="1589470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7C1D7475-3A4C-451E-84F4-15FDA2C826AA}" type="slidenum">
              <a:rPr lang="es-ES" smtClean="0"/>
              <a:t>1</a:t>
            </a:fld>
            <a:endParaRPr lang="es-ES"/>
          </a:p>
        </p:txBody>
      </p:sp>
    </p:spTree>
    <p:extLst>
      <p:ext uri="{BB962C8B-B14F-4D97-AF65-F5344CB8AC3E}">
        <p14:creationId xmlns:p14="http://schemas.microsoft.com/office/powerpoint/2010/main" val="2437325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Marcador de imagen de diapositiva 1"/>
          <p:cNvSpPr>
            <a:spLocks noGrp="1" noRot="1" noChangeAspect="1" noChangeArrowheads="1" noTextEdit="1"/>
          </p:cNvSpPr>
          <p:nvPr>
            <p:ph type="sldImg"/>
          </p:nvPr>
        </p:nvSpPr>
        <p:spPr>
          <a:ln/>
        </p:spPr>
      </p:sp>
      <p:sp>
        <p:nvSpPr>
          <p:cNvPr id="17411" name="Marcador de nota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ES" altLang="es-ES" dirty="0">
                <a:latin typeface="Arial" panose="020B0604020202020204" pitchFamily="34" charset="0"/>
              </a:rPr>
              <a:t>Hay muchos</a:t>
            </a:r>
            <a:r>
              <a:rPr lang="es-ES" altLang="es-ES" baseline="0" dirty="0">
                <a:latin typeface="Arial" panose="020B0604020202020204" pitchFamily="34" charset="0"/>
              </a:rPr>
              <a:t> retos pendientes en relación a las TIC: Abordaremos el relacionado con la desigualdad, por cuestiones de tiempo. </a:t>
            </a:r>
          </a:p>
          <a:p>
            <a:r>
              <a:rPr lang="es-ES" altLang="es-ES" baseline="0" dirty="0">
                <a:latin typeface="Arial" panose="020B0604020202020204" pitchFamily="34" charset="0"/>
              </a:rPr>
              <a:t>De todas formas, hay retos urgentes como la privacidad (puesto que la nueva economía digital genera valor a partir de la elaboración de perfiles de la ciudadanía); la propiedad intelectual (puesto que se están desarrollando herramientas que generan creaciones “originales” cuya autoría es un reto…DALL.E); los conflictos de derechos en el mundo digital (libertad de expresión-derecho al honor, a la intimidad y a la propia imagen. ¿Puede un </a:t>
            </a:r>
            <a:r>
              <a:rPr lang="es-ES" altLang="es-ES" baseline="0" dirty="0" err="1">
                <a:latin typeface="Arial" panose="020B0604020202020204" pitchFamily="34" charset="0"/>
              </a:rPr>
              <a:t>streamer</a:t>
            </a:r>
            <a:r>
              <a:rPr lang="es-ES" altLang="es-ES" baseline="0" dirty="0">
                <a:latin typeface="Arial" panose="020B0604020202020204" pitchFamily="34" charset="0"/>
              </a:rPr>
              <a:t> decir todo lo que se le ocurra?); la desinformación (</a:t>
            </a:r>
            <a:r>
              <a:rPr lang="es-ES" altLang="es-ES" baseline="0" dirty="0" err="1">
                <a:latin typeface="Arial" panose="020B0604020202020204" pitchFamily="34" charset="0"/>
              </a:rPr>
              <a:t>infodemia</a:t>
            </a:r>
            <a:r>
              <a:rPr lang="es-ES" altLang="es-ES" baseline="0" dirty="0">
                <a:latin typeface="Arial" panose="020B0604020202020204" pitchFamily="34" charset="0"/>
              </a:rPr>
              <a:t>, </a:t>
            </a:r>
            <a:r>
              <a:rPr lang="es-ES" altLang="es-ES" baseline="0" dirty="0" err="1">
                <a:latin typeface="Arial" panose="020B0604020202020204" pitchFamily="34" charset="0"/>
              </a:rPr>
              <a:t>etc</a:t>
            </a:r>
            <a:r>
              <a:rPr lang="es-ES" altLang="es-ES" baseline="0" dirty="0">
                <a:latin typeface="Arial" panose="020B0604020202020204" pitchFamily="34" charset="0"/>
              </a:rPr>
              <a:t>) y su influencia en la democracia; los retos de la Inteligencia artificial, como el impacto en el mundo del trabajo; la economía de plataformas y la situación de los trabajadores en ella, etc. </a:t>
            </a:r>
          </a:p>
          <a:p>
            <a:r>
              <a:rPr lang="es-ES" altLang="es-ES" baseline="0" dirty="0">
                <a:latin typeface="Arial" panose="020B0604020202020204" pitchFamily="34" charset="0"/>
              </a:rPr>
              <a:t>Aquí más información sobre algunos retos, por si interesa:</a:t>
            </a:r>
          </a:p>
          <a:p>
            <a:r>
              <a:rPr lang="es-ES" altLang="es-ES" dirty="0">
                <a:latin typeface="Arial" panose="020B0604020202020204" pitchFamily="34" charset="0"/>
              </a:rPr>
              <a:t>https://www.fundacioncarolina.es/publicacion-del-libro-derechos-digitales-en-iberoamerica-situacion-y-perspectivas-editado-por-fundacion-carolina-y-telefonica/</a:t>
            </a:r>
          </a:p>
          <a:p>
            <a:endParaRPr lang="es-ES" altLang="es-ES" dirty="0">
              <a:latin typeface="Arial" panose="020B0604020202020204" pitchFamily="34" charset="0"/>
            </a:endParaRPr>
          </a:p>
          <a:p>
            <a:endParaRPr lang="es-ES" altLang="es-ES" dirty="0">
              <a:latin typeface="Arial" panose="020B0604020202020204" pitchFamily="34" charset="0"/>
            </a:endParaRPr>
          </a:p>
        </p:txBody>
      </p:sp>
      <p:sp>
        <p:nvSpPr>
          <p:cNvPr id="17412" name="Marcador de número de diapositiva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7263">
              <a:defRPr>
                <a:solidFill>
                  <a:schemeClr val="tx1"/>
                </a:solidFill>
                <a:latin typeface="Arial" panose="020B0604020202020204" pitchFamily="34" charset="0"/>
                <a:ea typeface="MS PGothic" panose="020B0600070205080204" pitchFamily="34" charset="-128"/>
              </a:defRPr>
            </a:lvl1pPr>
            <a:lvl2pPr marL="742950" indent="-285750" defTabSz="957263">
              <a:defRPr>
                <a:solidFill>
                  <a:schemeClr val="tx1"/>
                </a:solidFill>
                <a:latin typeface="Arial" panose="020B0604020202020204" pitchFamily="34" charset="0"/>
                <a:ea typeface="MS PGothic" panose="020B0600070205080204" pitchFamily="34" charset="-128"/>
              </a:defRPr>
            </a:lvl2pPr>
            <a:lvl3pPr marL="1143000" indent="-228600" defTabSz="957263">
              <a:defRPr>
                <a:solidFill>
                  <a:schemeClr val="tx1"/>
                </a:solidFill>
                <a:latin typeface="Arial" panose="020B0604020202020204" pitchFamily="34" charset="0"/>
                <a:ea typeface="MS PGothic" panose="020B0600070205080204" pitchFamily="34" charset="-128"/>
              </a:defRPr>
            </a:lvl3pPr>
            <a:lvl4pPr marL="1600200" indent="-228600" defTabSz="957263">
              <a:defRPr>
                <a:solidFill>
                  <a:schemeClr val="tx1"/>
                </a:solidFill>
                <a:latin typeface="Arial" panose="020B0604020202020204" pitchFamily="34" charset="0"/>
                <a:ea typeface="MS PGothic" panose="020B0600070205080204" pitchFamily="34" charset="-128"/>
              </a:defRPr>
            </a:lvl4pPr>
            <a:lvl5pPr marL="2057400" indent="-228600" defTabSz="957263">
              <a:defRPr>
                <a:solidFill>
                  <a:schemeClr val="tx1"/>
                </a:solidFill>
                <a:latin typeface="Arial" panose="020B0604020202020204" pitchFamily="34" charset="0"/>
                <a:ea typeface="MS PGothic" panose="020B0600070205080204" pitchFamily="34" charset="-128"/>
              </a:defRPr>
            </a:lvl5pPr>
            <a:lvl6pPr marL="25146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2560BFD9-99F0-41F0-903F-922431A8897D}" type="slidenum">
              <a:rPr lang="es-ES" altLang="es-ES"/>
              <a:pPr/>
              <a:t>2</a:t>
            </a:fld>
            <a:endParaRPr lang="es-ES" altLang="es-ES"/>
          </a:p>
        </p:txBody>
      </p:sp>
    </p:spTree>
    <p:extLst>
      <p:ext uri="{BB962C8B-B14F-4D97-AF65-F5344CB8AC3E}">
        <p14:creationId xmlns:p14="http://schemas.microsoft.com/office/powerpoint/2010/main" val="3829441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Marcador de imagen de diapositiva 1"/>
          <p:cNvSpPr>
            <a:spLocks noGrp="1" noRot="1" noChangeAspect="1" noChangeArrowheads="1" noTextEdit="1"/>
          </p:cNvSpPr>
          <p:nvPr>
            <p:ph type="sldImg"/>
          </p:nvPr>
        </p:nvSpPr>
        <p:spPr>
          <a:ln/>
        </p:spPr>
      </p:sp>
      <p:sp>
        <p:nvSpPr>
          <p:cNvPr id="19459" name="Marcador de nota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spcBef>
                <a:spcPct val="0"/>
              </a:spcBef>
              <a:buFontTx/>
              <a:buNone/>
            </a:pPr>
            <a:r>
              <a:rPr lang="es-ES" altLang="es-ES" sz="2200" dirty="0">
                <a:latin typeface="Arial" panose="020B0604020202020204" pitchFamily="34" charset="0"/>
              </a:rPr>
              <a:t>Desde el año 2000 las TIC han experimentado un crecimiento sin precedentes. Sin embargo, los avances no son uniformes, ni alcanzan a todos y todas </a:t>
            </a:r>
            <a:r>
              <a:rPr lang="es-ES" altLang="es-ES" sz="2200">
                <a:latin typeface="Arial" panose="020B0604020202020204" pitchFamily="34" charset="0"/>
              </a:rPr>
              <a:t>por igual.</a:t>
            </a:r>
            <a:endParaRPr lang="es-ES" altLang="es-ES" sz="2200" dirty="0">
              <a:latin typeface="Arial" panose="020B0604020202020204" pitchFamily="34" charset="0"/>
            </a:endParaRPr>
          </a:p>
          <a:p>
            <a:pPr algn="just" eaLnBrk="1" hangingPunct="1">
              <a:spcBef>
                <a:spcPct val="0"/>
              </a:spcBef>
              <a:buFontTx/>
              <a:buNone/>
            </a:pPr>
            <a:endParaRPr lang="es-ES" altLang="es-ES" sz="2200" dirty="0">
              <a:latin typeface="Arial" panose="020B0604020202020204" pitchFamily="34" charset="0"/>
            </a:endParaRPr>
          </a:p>
          <a:p>
            <a:pPr algn="just" eaLnBrk="1" hangingPunct="1">
              <a:spcBef>
                <a:spcPct val="0"/>
              </a:spcBef>
              <a:buFontTx/>
              <a:buNone/>
            </a:pPr>
            <a:r>
              <a:rPr lang="es-ES" altLang="es-ES" sz="2200" dirty="0">
                <a:latin typeface="Arial" panose="020B0604020202020204" pitchFamily="34" charset="0"/>
              </a:rPr>
              <a:t>La Unión Internacional de Comunicaciones mide anualmente la situación de la brecha digital en un informe denominado: </a:t>
            </a:r>
            <a:r>
              <a:rPr lang="es-ES" sz="2400" b="1" i="0" u="none" strike="noStrike" baseline="0" dirty="0" err="1">
                <a:solidFill>
                  <a:srgbClr val="000000"/>
                </a:solidFill>
                <a:latin typeface="AvenirNext LT Pro Regular"/>
              </a:rPr>
              <a:t>Measuring</a:t>
            </a:r>
            <a:r>
              <a:rPr lang="es-ES" sz="2400" b="1" i="0" u="none" strike="noStrike" baseline="0" dirty="0">
                <a:solidFill>
                  <a:srgbClr val="000000"/>
                </a:solidFill>
                <a:latin typeface="AvenirNext LT Pro Regular"/>
              </a:rPr>
              <a:t> digital Development. </a:t>
            </a:r>
            <a:r>
              <a:rPr lang="es-ES" sz="2400" b="1" i="0" u="none" strike="noStrike" baseline="0" dirty="0" err="1">
                <a:solidFill>
                  <a:srgbClr val="000000"/>
                </a:solidFill>
                <a:latin typeface="AvenirNext LT Pro Medium"/>
              </a:rPr>
              <a:t>Facts</a:t>
            </a:r>
            <a:r>
              <a:rPr lang="es-ES" sz="2400" b="1" i="0" u="none" strike="noStrike" baseline="0" dirty="0">
                <a:solidFill>
                  <a:srgbClr val="000000"/>
                </a:solidFill>
                <a:latin typeface="AvenirNext LT Pro Medium"/>
              </a:rPr>
              <a:t> and Figures</a:t>
            </a:r>
            <a:endParaRPr lang="es-ES" altLang="es-ES" sz="2200" dirty="0">
              <a:latin typeface="Arial" panose="020B0604020202020204" pitchFamily="34" charset="0"/>
            </a:endParaRPr>
          </a:p>
          <a:p>
            <a:pPr algn="just" eaLnBrk="1" hangingPunct="1">
              <a:spcBef>
                <a:spcPct val="0"/>
              </a:spcBef>
              <a:buFontTx/>
              <a:buNone/>
            </a:pPr>
            <a:endParaRPr lang="es-ES" altLang="es-ES" sz="2200" dirty="0">
              <a:latin typeface="Arial" panose="020B0604020202020204" pitchFamily="34" charset="0"/>
            </a:endParaRPr>
          </a:p>
        </p:txBody>
      </p:sp>
      <p:sp>
        <p:nvSpPr>
          <p:cNvPr id="19460" name="Marcador de número de diapositiva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7263">
              <a:defRPr>
                <a:solidFill>
                  <a:schemeClr val="tx1"/>
                </a:solidFill>
                <a:latin typeface="Arial" panose="020B0604020202020204" pitchFamily="34" charset="0"/>
                <a:ea typeface="MS PGothic" panose="020B0600070205080204" pitchFamily="34" charset="-128"/>
              </a:defRPr>
            </a:lvl1pPr>
            <a:lvl2pPr marL="742950" indent="-285750" defTabSz="957263">
              <a:defRPr>
                <a:solidFill>
                  <a:schemeClr val="tx1"/>
                </a:solidFill>
                <a:latin typeface="Arial" panose="020B0604020202020204" pitchFamily="34" charset="0"/>
                <a:ea typeface="MS PGothic" panose="020B0600070205080204" pitchFamily="34" charset="-128"/>
              </a:defRPr>
            </a:lvl2pPr>
            <a:lvl3pPr marL="1143000" indent="-228600" defTabSz="957263">
              <a:defRPr>
                <a:solidFill>
                  <a:schemeClr val="tx1"/>
                </a:solidFill>
                <a:latin typeface="Arial" panose="020B0604020202020204" pitchFamily="34" charset="0"/>
                <a:ea typeface="MS PGothic" panose="020B0600070205080204" pitchFamily="34" charset="-128"/>
              </a:defRPr>
            </a:lvl3pPr>
            <a:lvl4pPr marL="1600200" indent="-228600" defTabSz="957263">
              <a:defRPr>
                <a:solidFill>
                  <a:schemeClr val="tx1"/>
                </a:solidFill>
                <a:latin typeface="Arial" panose="020B0604020202020204" pitchFamily="34" charset="0"/>
                <a:ea typeface="MS PGothic" panose="020B0600070205080204" pitchFamily="34" charset="-128"/>
              </a:defRPr>
            </a:lvl4pPr>
            <a:lvl5pPr marL="2057400" indent="-228600" defTabSz="957263">
              <a:defRPr>
                <a:solidFill>
                  <a:schemeClr val="tx1"/>
                </a:solidFill>
                <a:latin typeface="Arial" panose="020B0604020202020204" pitchFamily="34" charset="0"/>
                <a:ea typeface="MS PGothic" panose="020B0600070205080204" pitchFamily="34" charset="-128"/>
              </a:defRPr>
            </a:lvl5pPr>
            <a:lvl6pPr marL="25146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926C9908-2FBC-443B-8E08-64872E430CCA}" type="slidenum">
              <a:rPr lang="es-ES" altLang="es-ES"/>
              <a:pPr/>
              <a:t>3</a:t>
            </a:fld>
            <a:endParaRPr lang="es-ES" altLang="es-ES"/>
          </a:p>
        </p:txBody>
      </p:sp>
    </p:spTree>
    <p:extLst>
      <p:ext uri="{BB962C8B-B14F-4D97-AF65-F5344CB8AC3E}">
        <p14:creationId xmlns:p14="http://schemas.microsoft.com/office/powerpoint/2010/main" val="1366484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Marcador de imagen de diapositiva 1"/>
          <p:cNvSpPr>
            <a:spLocks noGrp="1" noRot="1" noChangeAspect="1" noChangeArrowheads="1" noTextEdit="1"/>
          </p:cNvSpPr>
          <p:nvPr>
            <p:ph type="sldImg"/>
          </p:nvPr>
        </p:nvSpPr>
        <p:spPr>
          <a:ln/>
        </p:spPr>
      </p:sp>
      <p:sp>
        <p:nvSpPr>
          <p:cNvPr id="21507" name="Marcador de nota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spcBef>
                <a:spcPct val="0"/>
              </a:spcBef>
              <a:buFontTx/>
              <a:buNone/>
            </a:pPr>
            <a:r>
              <a:rPr lang="es-ES" altLang="es-ES" sz="2200" dirty="0">
                <a:latin typeface="Arial" panose="020B0604020202020204" pitchFamily="34" charset="0"/>
              </a:rPr>
              <a:t>El mundo avanza hacia el acceso universal: El 96% de la población mundial está ya cubierta por una red de banda ancha móvil que permite el acceso a Internet. Sin embargo, este logro oculta importantes lagunas. En las zonas rurales de los países de renta baja, casi el 30% de la población no tiene la posibilidad de conectarse a Internet. Para las comunidades más vulnerables del mundo, la exclusión digital hace la vida aún más difícil. Debemos intensificar nuestros esfuerzos para eliminar las barreras que mantienen a las personas desconectadas y cerrar la brecha de uso: a pesar del crecimiento constante del uso de Internet, un tercio de la humanidad sigue sin utilizarla. Para los que están en línea, la calidad de la experiencia y la capacidad de aprovechar los recursos en línea varían significativamente. Por ejemplo, aunque los precios de Internet siguen bajando, la asequibilidad sigue siendo un obstáculo importante. Los habitantes de los países menos desarrollados siguen dedicando una parte desproporcionadamente grande de su presupuesto a acceder a Internet. Además, la diferencia de asequibilidad entre los países más y menos conectados digitalmente ha aumentado. En 2023, los costes de Internet móvil en África eran 12 veces superiores a los de Europa, una diferencia que aumentó a 14 veces en 2024. </a:t>
            </a:r>
            <a:endParaRPr lang="es-ES" altLang="es-ES" dirty="0">
              <a:latin typeface="Arial" panose="020B0604020202020204" pitchFamily="34" charset="0"/>
            </a:endParaRPr>
          </a:p>
        </p:txBody>
      </p:sp>
      <p:sp>
        <p:nvSpPr>
          <p:cNvPr id="21508" name="Marcador de número de diapositiva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7263">
              <a:defRPr>
                <a:solidFill>
                  <a:schemeClr val="tx1"/>
                </a:solidFill>
                <a:latin typeface="Arial" panose="020B0604020202020204" pitchFamily="34" charset="0"/>
                <a:ea typeface="MS PGothic" panose="020B0600070205080204" pitchFamily="34" charset="-128"/>
              </a:defRPr>
            </a:lvl1pPr>
            <a:lvl2pPr marL="742950" indent="-285750" defTabSz="957263">
              <a:defRPr>
                <a:solidFill>
                  <a:schemeClr val="tx1"/>
                </a:solidFill>
                <a:latin typeface="Arial" panose="020B0604020202020204" pitchFamily="34" charset="0"/>
                <a:ea typeface="MS PGothic" panose="020B0600070205080204" pitchFamily="34" charset="-128"/>
              </a:defRPr>
            </a:lvl2pPr>
            <a:lvl3pPr marL="1143000" indent="-228600" defTabSz="957263">
              <a:defRPr>
                <a:solidFill>
                  <a:schemeClr val="tx1"/>
                </a:solidFill>
                <a:latin typeface="Arial" panose="020B0604020202020204" pitchFamily="34" charset="0"/>
                <a:ea typeface="MS PGothic" panose="020B0600070205080204" pitchFamily="34" charset="-128"/>
              </a:defRPr>
            </a:lvl3pPr>
            <a:lvl4pPr marL="1600200" indent="-228600" defTabSz="957263">
              <a:defRPr>
                <a:solidFill>
                  <a:schemeClr val="tx1"/>
                </a:solidFill>
                <a:latin typeface="Arial" panose="020B0604020202020204" pitchFamily="34" charset="0"/>
                <a:ea typeface="MS PGothic" panose="020B0600070205080204" pitchFamily="34" charset="-128"/>
              </a:defRPr>
            </a:lvl4pPr>
            <a:lvl5pPr marL="2057400" indent="-228600" defTabSz="957263">
              <a:defRPr>
                <a:solidFill>
                  <a:schemeClr val="tx1"/>
                </a:solidFill>
                <a:latin typeface="Arial" panose="020B0604020202020204" pitchFamily="34" charset="0"/>
                <a:ea typeface="MS PGothic" panose="020B0600070205080204" pitchFamily="34" charset="-128"/>
              </a:defRPr>
            </a:lvl5pPr>
            <a:lvl6pPr marL="25146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CB28B41F-AB53-4A93-B9AC-E0E1C42E85DD}" type="slidenum">
              <a:rPr lang="es-ES" altLang="es-ES"/>
              <a:pPr/>
              <a:t>4</a:t>
            </a:fld>
            <a:endParaRPr lang="es-ES" altLang="es-ES"/>
          </a:p>
        </p:txBody>
      </p:sp>
    </p:spTree>
    <p:extLst>
      <p:ext uri="{BB962C8B-B14F-4D97-AF65-F5344CB8AC3E}">
        <p14:creationId xmlns:p14="http://schemas.microsoft.com/office/powerpoint/2010/main" val="39467090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Los datos sobre brecha digital</a:t>
            </a:r>
            <a:r>
              <a:rPr lang="es-ES" baseline="0" dirty="0"/>
              <a:t> que ofrece la Unión Internacional de Telecomunicaciones (UIT-ITU) hay que entenderlos en el contexto de nuestro mundo: </a:t>
            </a:r>
            <a:r>
              <a:rPr lang="es-ES" b="1" baseline="0" dirty="0"/>
              <a:t>profundamente desigual</a:t>
            </a:r>
            <a:endParaRPr lang="es-ES" b="1" dirty="0"/>
          </a:p>
        </p:txBody>
      </p:sp>
      <p:sp>
        <p:nvSpPr>
          <p:cNvPr id="4" name="Marcador de número de diapositiva 3"/>
          <p:cNvSpPr>
            <a:spLocks noGrp="1"/>
          </p:cNvSpPr>
          <p:nvPr>
            <p:ph type="sldNum" sz="quarter" idx="10"/>
          </p:nvPr>
        </p:nvSpPr>
        <p:spPr/>
        <p:txBody>
          <a:bodyPr/>
          <a:lstStyle/>
          <a:p>
            <a:fld id="{7C1D7475-3A4C-451E-84F4-15FDA2C826AA}" type="slidenum">
              <a:rPr lang="es-ES" smtClean="0"/>
              <a:t>5</a:t>
            </a:fld>
            <a:endParaRPr lang="es-ES"/>
          </a:p>
        </p:txBody>
      </p:sp>
    </p:spTree>
    <p:extLst>
      <p:ext uri="{BB962C8B-B14F-4D97-AF65-F5344CB8AC3E}">
        <p14:creationId xmlns:p14="http://schemas.microsoft.com/office/powerpoint/2010/main" val="19044158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1 Marcador de imagen de diapositiva"/>
          <p:cNvSpPr>
            <a:spLocks noGrp="1" noRot="1" noChangeAspect="1" noChangeArrowheads="1" noTextEdit="1"/>
          </p:cNvSpPr>
          <p:nvPr>
            <p:ph type="sldImg"/>
          </p:nvPr>
        </p:nvSpPr>
        <p:spPr>
          <a:ln/>
        </p:spPr>
      </p:sp>
      <p:sp>
        <p:nvSpPr>
          <p:cNvPr id="41987" name="2 Marcador de notas"/>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Clr>
                <a:srgbClr val="000099"/>
              </a:buClr>
              <a:buFont typeface="Wingdings" panose="05000000000000000000" pitchFamily="2" charset="2"/>
              <a:buChar char="ü"/>
            </a:pPr>
            <a:r>
              <a:rPr lang="ja-JP" altLang="es-ES" sz="2000" dirty="0">
                <a:solidFill>
                  <a:schemeClr val="tx2"/>
                </a:solidFill>
                <a:latin typeface="Arial" panose="020B0604020202020204" pitchFamily="34" charset="0"/>
              </a:rPr>
              <a:t>“</a:t>
            </a:r>
            <a:r>
              <a:rPr lang="es-ES" altLang="ja-JP" sz="2000" b="1" dirty="0">
                <a:solidFill>
                  <a:srgbClr val="CC0066"/>
                </a:solidFill>
                <a:latin typeface="Arial" panose="020B0604020202020204" pitchFamily="34" charset="0"/>
              </a:rPr>
              <a:t>Diferencia</a:t>
            </a:r>
            <a:r>
              <a:rPr lang="es-ES" altLang="ja-JP" sz="2000" dirty="0">
                <a:latin typeface="Arial" panose="020B0604020202020204" pitchFamily="34" charset="0"/>
              </a:rPr>
              <a:t> </a:t>
            </a:r>
            <a:r>
              <a:rPr lang="es-ES" altLang="ja-JP" sz="2000" dirty="0">
                <a:solidFill>
                  <a:schemeClr val="tx2"/>
                </a:solidFill>
                <a:latin typeface="Arial" panose="020B0604020202020204" pitchFamily="34" charset="0"/>
              </a:rPr>
              <a:t>entre individuos, hogares, empresas y zonas geográficas a distintos niveles socio-económicos en relación a sus oportunidades </a:t>
            </a:r>
            <a:r>
              <a:rPr lang="es-ES" altLang="ja-JP" sz="2000" b="1" dirty="0">
                <a:solidFill>
                  <a:srgbClr val="CC0066"/>
                </a:solidFill>
                <a:latin typeface="Arial" panose="020B0604020202020204" pitchFamily="34" charset="0"/>
              </a:rPr>
              <a:t>para</a:t>
            </a:r>
            <a:r>
              <a:rPr lang="es-ES" altLang="ja-JP" sz="2000" dirty="0">
                <a:solidFill>
                  <a:srgbClr val="CC0066"/>
                </a:solidFill>
                <a:latin typeface="Arial" panose="020B0604020202020204" pitchFamily="34" charset="0"/>
              </a:rPr>
              <a:t> </a:t>
            </a:r>
            <a:r>
              <a:rPr lang="es-ES" altLang="ja-JP" sz="2000" b="1" dirty="0">
                <a:solidFill>
                  <a:srgbClr val="CC0066"/>
                </a:solidFill>
                <a:latin typeface="Arial" panose="020B0604020202020204" pitchFamily="34" charset="0"/>
              </a:rPr>
              <a:t>acceder</a:t>
            </a:r>
            <a:r>
              <a:rPr lang="es-ES" altLang="ja-JP" sz="2000" dirty="0">
                <a:latin typeface="Arial" panose="020B0604020202020204" pitchFamily="34" charset="0"/>
              </a:rPr>
              <a:t> </a:t>
            </a:r>
            <a:r>
              <a:rPr lang="es-ES" altLang="ja-JP" sz="2000" dirty="0">
                <a:solidFill>
                  <a:schemeClr val="tx2"/>
                </a:solidFill>
                <a:latin typeface="Arial" panose="020B0604020202020204" pitchFamily="34" charset="0"/>
              </a:rPr>
              <a:t>a las TIC </a:t>
            </a:r>
            <a:r>
              <a:rPr lang="es-ES" altLang="ja-JP" sz="2000" b="1" dirty="0">
                <a:solidFill>
                  <a:srgbClr val="CC0066"/>
                </a:solidFill>
                <a:latin typeface="Arial" panose="020B0604020202020204" pitchFamily="34" charset="0"/>
              </a:rPr>
              <a:t>y para usar</a:t>
            </a:r>
            <a:r>
              <a:rPr lang="es-ES" altLang="ja-JP" sz="2000" b="1" dirty="0">
                <a:latin typeface="Arial" panose="020B0604020202020204" pitchFamily="34" charset="0"/>
              </a:rPr>
              <a:t> </a:t>
            </a:r>
            <a:r>
              <a:rPr lang="es-ES" altLang="ja-JP" sz="2000" dirty="0">
                <a:solidFill>
                  <a:schemeClr val="tx2"/>
                </a:solidFill>
                <a:latin typeface="Arial" panose="020B0604020202020204" pitchFamily="34" charset="0"/>
              </a:rPr>
              <a:t>internet para una extensa variedad de actividades</a:t>
            </a:r>
            <a:r>
              <a:rPr lang="ja-JP" altLang="es-ES" sz="2000" dirty="0">
                <a:solidFill>
                  <a:schemeClr val="tx2"/>
                </a:solidFill>
                <a:latin typeface="Arial" panose="020B0604020202020204" pitchFamily="34" charset="0"/>
              </a:rPr>
              <a:t>”</a:t>
            </a:r>
            <a:r>
              <a:rPr lang="es-ES" altLang="ja-JP" sz="2000" dirty="0">
                <a:solidFill>
                  <a:schemeClr val="tx2"/>
                </a:solidFill>
                <a:latin typeface="Arial" panose="020B0604020202020204" pitchFamily="34" charset="0"/>
              </a:rPr>
              <a:t>. OCDE, 2001</a:t>
            </a:r>
          </a:p>
          <a:p>
            <a:pPr>
              <a:spcBef>
                <a:spcPct val="20000"/>
              </a:spcBef>
              <a:buClr>
                <a:srgbClr val="000099"/>
              </a:buClr>
              <a:buFont typeface="Wingdings" panose="05000000000000000000" pitchFamily="2" charset="2"/>
              <a:buChar char="ü"/>
            </a:pPr>
            <a:r>
              <a:rPr lang="ja-JP" altLang="es-ES" sz="2000" dirty="0">
                <a:solidFill>
                  <a:schemeClr val="tx2"/>
                </a:solidFill>
                <a:latin typeface="Arial" panose="020B0604020202020204" pitchFamily="34" charset="0"/>
              </a:rPr>
              <a:t>“</a:t>
            </a:r>
            <a:r>
              <a:rPr lang="es-ES" altLang="ja-JP" sz="2000" dirty="0">
                <a:solidFill>
                  <a:schemeClr val="tx2"/>
                </a:solidFill>
                <a:latin typeface="Arial" panose="020B0604020202020204" pitchFamily="34" charset="0"/>
              </a:rPr>
              <a:t>…</a:t>
            </a:r>
            <a:r>
              <a:rPr lang="es-ES" altLang="ja-JP" sz="2000" dirty="0">
                <a:latin typeface="Arial" panose="020B0604020202020204" pitchFamily="34" charset="0"/>
              </a:rPr>
              <a:t> </a:t>
            </a:r>
            <a:r>
              <a:rPr lang="es-ES" altLang="ja-JP" sz="2000" b="1" dirty="0">
                <a:solidFill>
                  <a:srgbClr val="CC0066"/>
                </a:solidFill>
                <a:latin typeface="Arial" panose="020B0604020202020204" pitchFamily="34" charset="0"/>
              </a:rPr>
              <a:t>desigualdades sociales</a:t>
            </a:r>
            <a:r>
              <a:rPr lang="es-ES" altLang="ja-JP" sz="2000" dirty="0">
                <a:latin typeface="Arial" panose="020B0604020202020204" pitchFamily="34" charset="0"/>
              </a:rPr>
              <a:t> </a:t>
            </a:r>
            <a:r>
              <a:rPr lang="es-ES" altLang="ja-JP" sz="2000" dirty="0">
                <a:solidFill>
                  <a:schemeClr val="tx2"/>
                </a:solidFill>
                <a:latin typeface="Arial" panose="020B0604020202020204" pitchFamily="34" charset="0"/>
              </a:rPr>
              <a:t>que comienzan a surgir a medida que se desarrolla el uso de ordenadores y de internet</a:t>
            </a:r>
            <a:r>
              <a:rPr lang="ja-JP" altLang="es-ES" sz="2000" dirty="0">
                <a:solidFill>
                  <a:schemeClr val="tx2"/>
                </a:solidFill>
                <a:latin typeface="Arial" panose="020B0604020202020204" pitchFamily="34" charset="0"/>
              </a:rPr>
              <a:t>”</a:t>
            </a:r>
            <a:r>
              <a:rPr lang="es-ES" altLang="ja-JP" sz="2000" dirty="0">
                <a:solidFill>
                  <a:schemeClr val="tx2"/>
                </a:solidFill>
                <a:latin typeface="Arial" panose="020B0604020202020204" pitchFamily="34" charset="0"/>
              </a:rPr>
              <a:t>. F. Ballestero, </a:t>
            </a:r>
            <a:r>
              <a:rPr lang="ja-JP" altLang="es-ES" sz="2000" dirty="0">
                <a:solidFill>
                  <a:schemeClr val="tx2"/>
                </a:solidFill>
                <a:latin typeface="Arial" panose="020B0604020202020204" pitchFamily="34" charset="0"/>
              </a:rPr>
              <a:t>“</a:t>
            </a:r>
            <a:r>
              <a:rPr lang="es-ES" altLang="ja-JP" sz="2000" dirty="0">
                <a:solidFill>
                  <a:schemeClr val="tx2"/>
                </a:solidFill>
                <a:latin typeface="Arial" panose="020B0604020202020204" pitchFamily="34" charset="0"/>
              </a:rPr>
              <a:t>La Brecha Digital</a:t>
            </a:r>
            <a:r>
              <a:rPr lang="ja-JP" altLang="es-ES" sz="2000" dirty="0">
                <a:solidFill>
                  <a:schemeClr val="tx2"/>
                </a:solidFill>
                <a:latin typeface="Arial" panose="020B0604020202020204" pitchFamily="34" charset="0"/>
              </a:rPr>
              <a:t>”</a:t>
            </a:r>
            <a:r>
              <a:rPr lang="es-ES" altLang="ja-JP" sz="2000" dirty="0">
                <a:solidFill>
                  <a:schemeClr val="tx2"/>
                </a:solidFill>
                <a:latin typeface="Arial" panose="020B0604020202020204" pitchFamily="34" charset="0"/>
              </a:rPr>
              <a:t>, 2002</a:t>
            </a:r>
          </a:p>
          <a:p>
            <a:pPr>
              <a:spcBef>
                <a:spcPct val="20000"/>
              </a:spcBef>
              <a:buClr>
                <a:srgbClr val="000099"/>
              </a:buClr>
              <a:buFont typeface="Wingdings" panose="05000000000000000000" pitchFamily="2" charset="2"/>
              <a:buChar char="ü"/>
            </a:pPr>
            <a:r>
              <a:rPr lang="ja-JP" altLang="es-ES" sz="2000" dirty="0">
                <a:solidFill>
                  <a:schemeClr val="tx2"/>
                </a:solidFill>
                <a:latin typeface="Arial" panose="020B0604020202020204" pitchFamily="34" charset="0"/>
              </a:rPr>
              <a:t>“</a:t>
            </a:r>
            <a:r>
              <a:rPr lang="es-ES" altLang="ja-JP" sz="2000" b="1" dirty="0">
                <a:solidFill>
                  <a:srgbClr val="CC0066"/>
                </a:solidFill>
                <a:latin typeface="Arial" panose="020B0604020202020204" pitchFamily="34" charset="0"/>
              </a:rPr>
              <a:t>diferencias en el aprovechamiento </a:t>
            </a:r>
            <a:r>
              <a:rPr lang="es-ES" altLang="ja-JP" sz="2000" dirty="0">
                <a:solidFill>
                  <a:schemeClr val="tx2"/>
                </a:solidFill>
                <a:latin typeface="Arial" panose="020B0604020202020204" pitchFamily="34" charset="0"/>
              </a:rPr>
              <a:t>de las oportunidades, y beneficios de las TIC para las personas debido a:</a:t>
            </a:r>
          </a:p>
          <a:p>
            <a:pPr lvl="1">
              <a:spcBef>
                <a:spcPct val="20000"/>
              </a:spcBef>
              <a:buClr>
                <a:srgbClr val="000099"/>
              </a:buClr>
            </a:pPr>
            <a:r>
              <a:rPr lang="es-ES" altLang="es-ES" sz="2000" dirty="0">
                <a:solidFill>
                  <a:schemeClr val="tx2"/>
                </a:solidFill>
                <a:latin typeface="Arial" panose="020B0604020202020204" pitchFamily="34" charset="0"/>
              </a:rPr>
              <a:t> (i) la </a:t>
            </a:r>
            <a:r>
              <a:rPr lang="es-ES" altLang="es-ES" sz="2000" b="1" dirty="0">
                <a:solidFill>
                  <a:schemeClr val="tx2"/>
                </a:solidFill>
                <a:latin typeface="Arial" panose="020B0604020202020204" pitchFamily="34" charset="0"/>
              </a:rPr>
              <a:t>falta de acceso </a:t>
            </a:r>
            <a:r>
              <a:rPr lang="es-ES" altLang="es-ES" sz="2000" dirty="0">
                <a:solidFill>
                  <a:schemeClr val="tx2"/>
                </a:solidFill>
                <a:latin typeface="Arial" panose="020B0604020202020204" pitchFamily="34" charset="0"/>
              </a:rPr>
              <a:t>físico a tecnologías</a:t>
            </a:r>
          </a:p>
          <a:p>
            <a:pPr lvl="1">
              <a:spcBef>
                <a:spcPct val="20000"/>
              </a:spcBef>
              <a:buClr>
                <a:srgbClr val="000099"/>
              </a:buClr>
            </a:pPr>
            <a:r>
              <a:rPr lang="es-ES" altLang="es-ES" sz="2000" dirty="0">
                <a:solidFill>
                  <a:schemeClr val="tx2"/>
                </a:solidFill>
                <a:latin typeface="Arial" panose="020B0604020202020204" pitchFamily="34" charset="0"/>
              </a:rPr>
              <a:t>(ii) la insuficiente </a:t>
            </a:r>
            <a:r>
              <a:rPr lang="es-ES" altLang="es-ES" sz="2000" b="1" dirty="0">
                <a:solidFill>
                  <a:schemeClr val="tx2"/>
                </a:solidFill>
                <a:latin typeface="Arial" panose="020B0604020202020204" pitchFamily="34" charset="0"/>
              </a:rPr>
              <a:t>capacidad </a:t>
            </a:r>
            <a:r>
              <a:rPr lang="es-ES" altLang="es-ES" sz="2000" dirty="0">
                <a:solidFill>
                  <a:schemeClr val="tx2"/>
                </a:solidFill>
                <a:latin typeface="Arial" panose="020B0604020202020204" pitchFamily="34" charset="0"/>
              </a:rPr>
              <a:t>para usarlas; </a:t>
            </a:r>
          </a:p>
          <a:p>
            <a:pPr lvl="1">
              <a:spcBef>
                <a:spcPct val="20000"/>
              </a:spcBef>
              <a:buClr>
                <a:srgbClr val="000099"/>
              </a:buClr>
            </a:pPr>
            <a:r>
              <a:rPr lang="es-ES" altLang="es-ES" sz="2000" dirty="0">
                <a:solidFill>
                  <a:schemeClr val="tx2"/>
                </a:solidFill>
                <a:latin typeface="Arial" panose="020B0604020202020204" pitchFamily="34" charset="0"/>
              </a:rPr>
              <a:t>(iii) déficit de </a:t>
            </a:r>
            <a:r>
              <a:rPr lang="es-ES" altLang="es-ES" sz="2000" b="1" dirty="0">
                <a:solidFill>
                  <a:schemeClr val="tx2"/>
                </a:solidFill>
                <a:latin typeface="Arial" panose="020B0604020202020204" pitchFamily="34" charset="0"/>
              </a:rPr>
              <a:t>contenidos y servicios </a:t>
            </a:r>
            <a:r>
              <a:rPr lang="es-ES" altLang="es-ES" sz="2000" dirty="0">
                <a:solidFill>
                  <a:schemeClr val="tx2"/>
                </a:solidFill>
                <a:latin typeface="Arial" panose="020B0604020202020204" pitchFamily="34" charset="0"/>
              </a:rPr>
              <a:t>relevantes;</a:t>
            </a:r>
          </a:p>
          <a:p>
            <a:pPr lvl="1">
              <a:spcBef>
                <a:spcPct val="20000"/>
              </a:spcBef>
              <a:buClr>
                <a:srgbClr val="000099"/>
              </a:buClr>
            </a:pPr>
            <a:r>
              <a:rPr lang="es-ES" altLang="es-ES" sz="2000" dirty="0">
                <a:solidFill>
                  <a:schemeClr val="tx2"/>
                </a:solidFill>
                <a:latin typeface="Arial" panose="020B0604020202020204" pitchFamily="34" charset="0"/>
              </a:rPr>
              <a:t>(iv) un </a:t>
            </a:r>
            <a:r>
              <a:rPr lang="es-ES" altLang="es-ES" sz="2000" b="1" dirty="0">
                <a:solidFill>
                  <a:schemeClr val="tx2"/>
                </a:solidFill>
                <a:latin typeface="Arial" panose="020B0604020202020204" pitchFamily="34" charset="0"/>
              </a:rPr>
              <a:t>marco legal/regulatorio </a:t>
            </a:r>
            <a:r>
              <a:rPr lang="es-ES" altLang="es-ES" sz="2000" dirty="0">
                <a:solidFill>
                  <a:schemeClr val="tx2"/>
                </a:solidFill>
                <a:latin typeface="Arial" panose="020B0604020202020204" pitchFamily="34" charset="0"/>
              </a:rPr>
              <a:t>insuficiente para promover los beneficios de la revolución digital para las personas</a:t>
            </a:r>
            <a:r>
              <a:rPr lang="ja-JP" altLang="es-ES" sz="2000" dirty="0">
                <a:solidFill>
                  <a:schemeClr val="tx2"/>
                </a:solidFill>
                <a:latin typeface="Arial" panose="020B0604020202020204" pitchFamily="34" charset="0"/>
              </a:rPr>
              <a:t>”</a:t>
            </a:r>
            <a:r>
              <a:rPr lang="es-ES" altLang="ja-JP" sz="2000" dirty="0">
                <a:solidFill>
                  <a:schemeClr val="tx2"/>
                </a:solidFill>
                <a:latin typeface="Arial" panose="020B0604020202020204" pitchFamily="34" charset="0"/>
              </a:rPr>
              <a:t> </a:t>
            </a:r>
          </a:p>
          <a:p>
            <a:pPr lvl="1">
              <a:spcBef>
                <a:spcPct val="20000"/>
              </a:spcBef>
              <a:buClr>
                <a:srgbClr val="000099"/>
              </a:buClr>
            </a:pPr>
            <a:r>
              <a:rPr lang="es-ES" altLang="es-ES" sz="2000" dirty="0">
                <a:solidFill>
                  <a:schemeClr val="tx2"/>
                </a:solidFill>
                <a:latin typeface="Arial" panose="020B0604020202020204" pitchFamily="34" charset="0"/>
              </a:rPr>
              <a:t>    (RAI-2011. Capítulo 6. TIC y desarrollo.)</a:t>
            </a:r>
            <a:endParaRPr lang="es-ES" altLang="es-ES" dirty="0">
              <a:latin typeface="Arial" panose="020B0604020202020204" pitchFamily="34" charset="0"/>
            </a:endParaRPr>
          </a:p>
          <a:p>
            <a:endParaRPr lang="es-ES" altLang="es-ES" dirty="0">
              <a:latin typeface="Arial" panose="020B0604020202020204" pitchFamily="34" charset="0"/>
            </a:endParaRPr>
          </a:p>
        </p:txBody>
      </p:sp>
      <p:sp>
        <p:nvSpPr>
          <p:cNvPr id="41988" name="3 Marcador de número de diapositiva"/>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7263">
              <a:defRPr>
                <a:solidFill>
                  <a:schemeClr val="tx1"/>
                </a:solidFill>
                <a:latin typeface="Arial" panose="020B0604020202020204" pitchFamily="34" charset="0"/>
                <a:ea typeface="MS PGothic" panose="020B0600070205080204" pitchFamily="34" charset="-128"/>
              </a:defRPr>
            </a:lvl1pPr>
            <a:lvl2pPr marL="742950" indent="-285750" defTabSz="957263">
              <a:defRPr>
                <a:solidFill>
                  <a:schemeClr val="tx1"/>
                </a:solidFill>
                <a:latin typeface="Arial" panose="020B0604020202020204" pitchFamily="34" charset="0"/>
                <a:ea typeface="MS PGothic" panose="020B0600070205080204" pitchFamily="34" charset="-128"/>
              </a:defRPr>
            </a:lvl2pPr>
            <a:lvl3pPr marL="1143000" indent="-228600" defTabSz="957263">
              <a:defRPr>
                <a:solidFill>
                  <a:schemeClr val="tx1"/>
                </a:solidFill>
                <a:latin typeface="Arial" panose="020B0604020202020204" pitchFamily="34" charset="0"/>
                <a:ea typeface="MS PGothic" panose="020B0600070205080204" pitchFamily="34" charset="-128"/>
              </a:defRPr>
            </a:lvl3pPr>
            <a:lvl4pPr marL="1600200" indent="-228600" defTabSz="957263">
              <a:defRPr>
                <a:solidFill>
                  <a:schemeClr val="tx1"/>
                </a:solidFill>
                <a:latin typeface="Arial" panose="020B0604020202020204" pitchFamily="34" charset="0"/>
                <a:ea typeface="MS PGothic" panose="020B0600070205080204" pitchFamily="34" charset="-128"/>
              </a:defRPr>
            </a:lvl4pPr>
            <a:lvl5pPr marL="2057400" indent="-228600" defTabSz="957263">
              <a:defRPr>
                <a:solidFill>
                  <a:schemeClr val="tx1"/>
                </a:solidFill>
                <a:latin typeface="Arial" panose="020B0604020202020204" pitchFamily="34" charset="0"/>
                <a:ea typeface="MS PGothic" panose="020B0600070205080204" pitchFamily="34" charset="-128"/>
              </a:defRPr>
            </a:lvl5pPr>
            <a:lvl6pPr marL="25146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E35DB5E-4A9D-4602-AF07-34E7180ABEBE}" type="slidenum">
              <a:rPr lang="es-ES" altLang="es-ES"/>
              <a:pPr/>
              <a:t>6</a:t>
            </a:fld>
            <a:endParaRPr lang="es-ES" altLang="es-ES"/>
          </a:p>
        </p:txBody>
      </p:sp>
    </p:spTree>
    <p:extLst>
      <p:ext uri="{BB962C8B-B14F-4D97-AF65-F5344CB8AC3E}">
        <p14:creationId xmlns:p14="http://schemas.microsoft.com/office/powerpoint/2010/main" val="11242478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1 Marcador de imagen de diapositiva"/>
          <p:cNvSpPr>
            <a:spLocks noGrp="1" noRot="1" noChangeAspect="1" noChangeArrowheads="1" noTextEdit="1"/>
          </p:cNvSpPr>
          <p:nvPr>
            <p:ph type="sldImg"/>
          </p:nvPr>
        </p:nvSpPr>
        <p:spPr>
          <a:ln/>
        </p:spPr>
      </p:sp>
      <p:sp>
        <p:nvSpPr>
          <p:cNvPr id="44035" name="2 Marcador de notas"/>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ES" altLang="es-ES" b="1">
                <a:latin typeface="Arial" panose="020B0604020202020204" pitchFamily="34" charset="0"/>
              </a:rPr>
              <a:t> </a:t>
            </a:r>
            <a:endParaRPr lang="es-ES" altLang="es-ES">
              <a:latin typeface="Arial" panose="020B0604020202020204" pitchFamily="34" charset="0"/>
            </a:endParaRPr>
          </a:p>
          <a:p>
            <a:br>
              <a:rPr lang="es-ES" altLang="es-ES">
                <a:latin typeface="Arial" panose="020B0604020202020204" pitchFamily="34" charset="0"/>
              </a:rPr>
            </a:br>
            <a:endParaRPr lang="es-ES" altLang="es-ES">
              <a:latin typeface="Arial" panose="020B0604020202020204" pitchFamily="34" charset="0"/>
            </a:endParaRPr>
          </a:p>
          <a:p>
            <a:endParaRPr lang="es-ES" altLang="es-ES">
              <a:latin typeface="Arial" panose="020B0604020202020204" pitchFamily="34" charset="0"/>
            </a:endParaRPr>
          </a:p>
        </p:txBody>
      </p:sp>
      <p:sp>
        <p:nvSpPr>
          <p:cNvPr id="44036" name="3 Marcador de número de diapositiva"/>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7263">
              <a:defRPr>
                <a:solidFill>
                  <a:schemeClr val="tx1"/>
                </a:solidFill>
                <a:latin typeface="Arial" panose="020B0604020202020204" pitchFamily="34" charset="0"/>
                <a:ea typeface="MS PGothic" panose="020B0600070205080204" pitchFamily="34" charset="-128"/>
              </a:defRPr>
            </a:lvl1pPr>
            <a:lvl2pPr marL="742950" indent="-285750" defTabSz="957263">
              <a:defRPr>
                <a:solidFill>
                  <a:schemeClr val="tx1"/>
                </a:solidFill>
                <a:latin typeface="Arial" panose="020B0604020202020204" pitchFamily="34" charset="0"/>
                <a:ea typeface="MS PGothic" panose="020B0600070205080204" pitchFamily="34" charset="-128"/>
              </a:defRPr>
            </a:lvl2pPr>
            <a:lvl3pPr marL="1143000" indent="-228600" defTabSz="957263">
              <a:defRPr>
                <a:solidFill>
                  <a:schemeClr val="tx1"/>
                </a:solidFill>
                <a:latin typeface="Arial" panose="020B0604020202020204" pitchFamily="34" charset="0"/>
                <a:ea typeface="MS PGothic" panose="020B0600070205080204" pitchFamily="34" charset="-128"/>
              </a:defRPr>
            </a:lvl3pPr>
            <a:lvl4pPr marL="1600200" indent="-228600" defTabSz="957263">
              <a:defRPr>
                <a:solidFill>
                  <a:schemeClr val="tx1"/>
                </a:solidFill>
                <a:latin typeface="Arial" panose="020B0604020202020204" pitchFamily="34" charset="0"/>
                <a:ea typeface="MS PGothic" panose="020B0600070205080204" pitchFamily="34" charset="-128"/>
              </a:defRPr>
            </a:lvl4pPr>
            <a:lvl5pPr marL="2057400" indent="-228600" defTabSz="957263">
              <a:defRPr>
                <a:solidFill>
                  <a:schemeClr val="tx1"/>
                </a:solidFill>
                <a:latin typeface="Arial" panose="020B0604020202020204" pitchFamily="34" charset="0"/>
                <a:ea typeface="MS PGothic" panose="020B0600070205080204" pitchFamily="34" charset="-128"/>
              </a:defRPr>
            </a:lvl5pPr>
            <a:lvl6pPr marL="25146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B45B2588-094D-42B8-BD00-B9BF9F15CBE8}" type="slidenum">
              <a:rPr lang="es-ES" altLang="es-ES"/>
              <a:pPr/>
              <a:t>7</a:t>
            </a:fld>
            <a:endParaRPr lang="es-ES" altLang="es-ES"/>
          </a:p>
        </p:txBody>
      </p:sp>
    </p:spTree>
    <p:extLst>
      <p:ext uri="{BB962C8B-B14F-4D97-AF65-F5344CB8AC3E}">
        <p14:creationId xmlns:p14="http://schemas.microsoft.com/office/powerpoint/2010/main" val="28029617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1 Marcador de imagen de diapositiva"/>
          <p:cNvSpPr>
            <a:spLocks noGrp="1" noRot="1" noChangeAspect="1" noChangeArrowheads="1" noTextEdit="1"/>
          </p:cNvSpPr>
          <p:nvPr>
            <p:ph type="sldImg"/>
          </p:nvPr>
        </p:nvSpPr>
        <p:spPr>
          <a:ln/>
        </p:spPr>
      </p:sp>
      <p:sp>
        <p:nvSpPr>
          <p:cNvPr id="46083" name="2 Marcador de notas"/>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sz="1200" b="0" i="0" u="none" strike="noStrike" kern="1200" baseline="0" dirty="0">
              <a:solidFill>
                <a:schemeClr val="tx1"/>
              </a:solidFill>
              <a:latin typeface="+mn-lt"/>
              <a:ea typeface="+mn-ea"/>
              <a:cs typeface="+mn-cs"/>
            </a:endParaRPr>
          </a:p>
          <a:p>
            <a:r>
              <a:rPr lang="es-ES" sz="1200" b="0" i="0" u="none" strike="noStrike" kern="1200" baseline="0" dirty="0">
                <a:solidFill>
                  <a:schemeClr val="tx1"/>
                </a:solidFill>
                <a:latin typeface="+mn-lt"/>
                <a:ea typeface="+mn-ea"/>
                <a:cs typeface="+mn-cs"/>
              </a:rPr>
              <a:t>En el año </a:t>
            </a:r>
            <a:r>
              <a:rPr lang="es-ES" sz="1200" b="1" i="0" u="none" strike="noStrike" kern="1200" baseline="0" dirty="0">
                <a:solidFill>
                  <a:schemeClr val="tx1"/>
                </a:solidFill>
                <a:latin typeface="+mn-lt"/>
                <a:ea typeface="+mn-ea"/>
                <a:cs typeface="+mn-cs"/>
              </a:rPr>
              <a:t>2023 la brecha digital va más allá del hecho de tener o no acceso a internet</a:t>
            </a:r>
            <a:r>
              <a:rPr lang="es-ES" sz="1200" b="0" i="0" u="none" strike="noStrike" kern="1200" baseline="0" dirty="0">
                <a:solidFill>
                  <a:schemeClr val="tx1"/>
                </a:solidFill>
                <a:latin typeface="+mn-lt"/>
                <a:ea typeface="+mn-ea"/>
                <a:cs typeface="+mn-cs"/>
              </a:rPr>
              <a:t>. Esta brecha ya no se puede limitar a reflejar únicamente el porcentaje de personas con acceso potencial o real a la red. La esfera digital y, por tanto, las brechas que esta abre, trascienden a las tecnologías de la información y la comunicación, y se extienden al ejercicio de los derechos civiles y políticos, al acceso a la educación, la libre locomoción, el comercio, la salud, el trabajo digno o la cultura, por mencionar algunos ámbitos. </a:t>
            </a:r>
          </a:p>
          <a:p>
            <a:r>
              <a:rPr lang="es-ES" sz="1200" b="0" i="0" u="none" strike="noStrike" kern="1200" baseline="0" dirty="0">
                <a:solidFill>
                  <a:schemeClr val="tx1"/>
                </a:solidFill>
                <a:latin typeface="+mn-lt"/>
                <a:ea typeface="+mn-ea"/>
                <a:cs typeface="+mn-cs"/>
              </a:rPr>
              <a:t>El despliegue reciente de herramientas digitales ubicuas, que en determinados entornos monitorean y controlan espacios públicos, e incluso participan en procesos de toma de decisiones, plantea necesariamente cambios en la definición de la brecha digital. Ya no se puede hablar de una situación en donde estar excluido del uso y aprovechamiento de las tecnologías sea el único indicador de desigualdad, sino que hay que analizar los efectos que el despliegue de tecnologías digitales no opcionales tiene sobre individuos y colectivos. </a:t>
            </a:r>
          </a:p>
          <a:p>
            <a:endParaRPr lang="es-E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u="none" strike="noStrike" kern="1200" baseline="0" dirty="0">
                <a:solidFill>
                  <a:schemeClr val="tx1"/>
                </a:solidFill>
                <a:latin typeface="+mn-lt"/>
                <a:ea typeface="+mn-ea"/>
                <a:cs typeface="+mn-cs"/>
              </a:rPr>
              <a:t>Una dimensión que genera brechas digitales en la región latinoamericana, por </a:t>
            </a:r>
            <a:r>
              <a:rPr lang="es-ES" sz="1200" b="0" i="0" u="none" strike="noStrike" kern="1200" baseline="0" dirty="0" err="1">
                <a:solidFill>
                  <a:schemeClr val="tx1"/>
                </a:solidFill>
                <a:latin typeface="+mn-lt"/>
                <a:ea typeface="+mn-ea"/>
                <a:cs typeface="+mn-cs"/>
              </a:rPr>
              <a:t>ej</a:t>
            </a:r>
            <a:r>
              <a:rPr lang="es-ES" sz="1200" b="0" i="0" u="none" strike="noStrike" kern="1200" baseline="0" dirty="0">
                <a:solidFill>
                  <a:schemeClr val="tx1"/>
                </a:solidFill>
                <a:latin typeface="+mn-lt"/>
                <a:ea typeface="+mn-ea"/>
                <a:cs typeface="+mn-cs"/>
              </a:rPr>
              <a:t>,  con consecuencias sobre el ejercicio de derechos, radica en que </a:t>
            </a:r>
            <a:r>
              <a:rPr lang="es-ES" sz="1200" b="1" i="0" u="none" strike="noStrike" kern="1200" baseline="0" dirty="0">
                <a:solidFill>
                  <a:schemeClr val="tx1"/>
                </a:solidFill>
                <a:latin typeface="+mn-lt"/>
                <a:ea typeface="+mn-ea"/>
                <a:cs typeface="+mn-cs"/>
              </a:rPr>
              <a:t>a menudo se depende de los gigantes tecnológicos para impulsar la digitalización en el sector público, social o en ámbitos de interés público general</a:t>
            </a:r>
            <a:r>
              <a:rPr lang="es-ES" sz="1200" b="0" i="0" u="none" strike="noStrike" kern="1200" baseline="0" dirty="0">
                <a:solidFill>
                  <a:schemeClr val="tx1"/>
                </a:solidFill>
                <a:latin typeface="+mn-lt"/>
                <a:ea typeface="+mn-ea"/>
                <a:cs typeface="+mn-cs"/>
              </a:rPr>
              <a:t>. Latinoamérica es un continente que importa la mayoría de la tecnología que consume, pero la mayoría de países carece de una legislación robusta en materia de protección a los consumidores y de defensa de los derechos de la ciudadanía ante posibles situaciones de abuso de sus proveedores. BRECHA DIGITAL (Renata </a:t>
            </a:r>
            <a:r>
              <a:rPr lang="es-ES" sz="1200" b="0" i="0" u="none" strike="noStrike" kern="1200" baseline="0" dirty="0" err="1">
                <a:solidFill>
                  <a:schemeClr val="tx1"/>
                </a:solidFill>
                <a:latin typeface="+mn-lt"/>
                <a:ea typeface="+mn-ea"/>
                <a:cs typeface="+mn-cs"/>
              </a:rPr>
              <a:t>Avila</a:t>
            </a:r>
            <a:r>
              <a:rPr lang="es-ES" sz="1200" b="0" i="0" u="none" strike="noStrike" kern="1200" baseline="0" dirty="0">
                <a:solidFill>
                  <a:schemeClr val="tx1"/>
                </a:solidFill>
                <a:latin typeface="+mn-lt"/>
                <a:ea typeface="+mn-ea"/>
                <a:cs typeface="+mn-cs"/>
              </a:rPr>
              <a:t>, https://okfn.org/es/que-hacemos/herramientas/)</a:t>
            </a:r>
          </a:p>
          <a:p>
            <a:endParaRPr lang="es-ES" altLang="es-ES" dirty="0">
              <a:latin typeface="Arial" panose="020B0604020202020204" pitchFamily="34" charset="0"/>
            </a:endParaRPr>
          </a:p>
        </p:txBody>
      </p:sp>
      <p:sp>
        <p:nvSpPr>
          <p:cNvPr id="46084" name="3 Marcador de número de diapositiva"/>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7263">
              <a:defRPr>
                <a:solidFill>
                  <a:schemeClr val="tx1"/>
                </a:solidFill>
                <a:latin typeface="Arial" panose="020B0604020202020204" pitchFamily="34" charset="0"/>
                <a:ea typeface="MS PGothic" panose="020B0600070205080204" pitchFamily="34" charset="-128"/>
              </a:defRPr>
            </a:lvl1pPr>
            <a:lvl2pPr marL="742950" indent="-285750" defTabSz="957263">
              <a:defRPr>
                <a:solidFill>
                  <a:schemeClr val="tx1"/>
                </a:solidFill>
                <a:latin typeface="Arial" panose="020B0604020202020204" pitchFamily="34" charset="0"/>
                <a:ea typeface="MS PGothic" panose="020B0600070205080204" pitchFamily="34" charset="-128"/>
              </a:defRPr>
            </a:lvl2pPr>
            <a:lvl3pPr marL="1143000" indent="-228600" defTabSz="957263">
              <a:defRPr>
                <a:solidFill>
                  <a:schemeClr val="tx1"/>
                </a:solidFill>
                <a:latin typeface="Arial" panose="020B0604020202020204" pitchFamily="34" charset="0"/>
                <a:ea typeface="MS PGothic" panose="020B0600070205080204" pitchFamily="34" charset="-128"/>
              </a:defRPr>
            </a:lvl3pPr>
            <a:lvl4pPr marL="1600200" indent="-228600" defTabSz="957263">
              <a:defRPr>
                <a:solidFill>
                  <a:schemeClr val="tx1"/>
                </a:solidFill>
                <a:latin typeface="Arial" panose="020B0604020202020204" pitchFamily="34" charset="0"/>
                <a:ea typeface="MS PGothic" panose="020B0600070205080204" pitchFamily="34" charset="-128"/>
              </a:defRPr>
            </a:lvl4pPr>
            <a:lvl5pPr marL="2057400" indent="-228600" defTabSz="957263">
              <a:defRPr>
                <a:solidFill>
                  <a:schemeClr val="tx1"/>
                </a:solidFill>
                <a:latin typeface="Arial" panose="020B0604020202020204" pitchFamily="34" charset="0"/>
                <a:ea typeface="MS PGothic" panose="020B0600070205080204" pitchFamily="34" charset="-128"/>
              </a:defRPr>
            </a:lvl5pPr>
            <a:lvl6pPr marL="25146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354CDB95-0A8A-4EBF-AE50-AF1617B4B4AB}" type="slidenum">
              <a:rPr lang="es-ES" altLang="es-ES"/>
              <a:pPr/>
              <a:t>8</a:t>
            </a:fld>
            <a:endParaRPr lang="es-ES" altLang="es-ES"/>
          </a:p>
        </p:txBody>
      </p:sp>
    </p:spTree>
    <p:extLst>
      <p:ext uri="{BB962C8B-B14F-4D97-AF65-F5344CB8AC3E}">
        <p14:creationId xmlns:p14="http://schemas.microsoft.com/office/powerpoint/2010/main" val="22996602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1 Marcador de imagen de diapositiva"/>
          <p:cNvSpPr>
            <a:spLocks noGrp="1" noRot="1" noChangeAspect="1" noChangeArrowheads="1" noTextEdit="1"/>
          </p:cNvSpPr>
          <p:nvPr>
            <p:ph type="sldImg"/>
          </p:nvPr>
        </p:nvSpPr>
        <p:spPr>
          <a:ln/>
        </p:spPr>
      </p:sp>
      <p:sp>
        <p:nvSpPr>
          <p:cNvPr id="48131" name="2 Marcador de notas"/>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ES" altLang="es-ES" b="1">
                <a:latin typeface="Arial" panose="020B0604020202020204" pitchFamily="34" charset="0"/>
              </a:rPr>
              <a:t> </a:t>
            </a:r>
            <a:endParaRPr lang="es-ES" altLang="es-ES">
              <a:latin typeface="Arial" panose="020B0604020202020204" pitchFamily="34" charset="0"/>
            </a:endParaRPr>
          </a:p>
          <a:p>
            <a:pPr>
              <a:spcBef>
                <a:spcPct val="0"/>
              </a:spcBef>
            </a:pPr>
            <a:r>
              <a:rPr lang="es-ES" altLang="es-ES" b="1">
                <a:latin typeface="Arial" panose="020B0604020202020204" pitchFamily="34" charset="0"/>
              </a:rPr>
              <a:t>Pacto Internacional de Derechos Económicos, Sociales y Culturales.</a:t>
            </a:r>
          </a:p>
          <a:p>
            <a:pPr>
              <a:spcBef>
                <a:spcPct val="0"/>
              </a:spcBef>
            </a:pPr>
            <a:endParaRPr lang="es-ES" altLang="es-ES" b="1">
              <a:latin typeface="Arial" panose="020B0604020202020204" pitchFamily="34" charset="0"/>
            </a:endParaRPr>
          </a:p>
          <a:p>
            <a:pPr>
              <a:spcBef>
                <a:spcPct val="0"/>
              </a:spcBef>
            </a:pPr>
            <a:r>
              <a:rPr lang="es-ES" altLang="es-ES" b="1">
                <a:latin typeface="Arial" panose="020B0604020202020204" pitchFamily="34" charset="0"/>
              </a:rPr>
              <a:t>NNUU (en vigor desde 1976)</a:t>
            </a:r>
            <a:endParaRPr lang="es-ES" altLang="es-ES">
              <a:latin typeface="Arial" panose="020B0604020202020204" pitchFamily="34" charset="0"/>
            </a:endParaRPr>
          </a:p>
          <a:p>
            <a:br>
              <a:rPr lang="es-ES" altLang="es-ES">
                <a:latin typeface="Arial" panose="020B0604020202020204" pitchFamily="34" charset="0"/>
              </a:rPr>
            </a:br>
            <a:r>
              <a:rPr lang="es-ES" altLang="es-ES">
                <a:latin typeface="Arial" panose="020B0604020202020204" pitchFamily="34" charset="0"/>
              </a:rPr>
              <a:t>Derecho a “disfrutar de los beneficios del progreso científico y sus aplicaciones” </a:t>
            </a:r>
          </a:p>
          <a:p>
            <a:endParaRPr lang="es-ES" altLang="es-ES">
              <a:latin typeface="Arial" panose="020B0604020202020204" pitchFamily="34" charset="0"/>
            </a:endParaRPr>
          </a:p>
          <a:p>
            <a:r>
              <a:rPr lang="es-ES" altLang="es-ES">
                <a:latin typeface="Arial" panose="020B0604020202020204" pitchFamily="34" charset="0"/>
              </a:rPr>
              <a:t>Derecho a los beneficios del acceso a la infraestructura y los servicios de telecomunicaciones</a:t>
            </a:r>
          </a:p>
          <a:p>
            <a:endParaRPr lang="es-ES" altLang="es-ES">
              <a:latin typeface="Arial" panose="020B0604020202020204" pitchFamily="34" charset="0"/>
            </a:endParaRPr>
          </a:p>
        </p:txBody>
      </p:sp>
      <p:sp>
        <p:nvSpPr>
          <p:cNvPr id="48132" name="3 Marcador de número de diapositiva"/>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7263">
              <a:defRPr>
                <a:solidFill>
                  <a:schemeClr val="tx1"/>
                </a:solidFill>
                <a:latin typeface="Arial" panose="020B0604020202020204" pitchFamily="34" charset="0"/>
                <a:ea typeface="MS PGothic" panose="020B0600070205080204" pitchFamily="34" charset="-128"/>
              </a:defRPr>
            </a:lvl1pPr>
            <a:lvl2pPr marL="742950" indent="-285750" defTabSz="957263">
              <a:defRPr>
                <a:solidFill>
                  <a:schemeClr val="tx1"/>
                </a:solidFill>
                <a:latin typeface="Arial" panose="020B0604020202020204" pitchFamily="34" charset="0"/>
                <a:ea typeface="MS PGothic" panose="020B0600070205080204" pitchFamily="34" charset="-128"/>
              </a:defRPr>
            </a:lvl2pPr>
            <a:lvl3pPr marL="1143000" indent="-228600" defTabSz="957263">
              <a:defRPr>
                <a:solidFill>
                  <a:schemeClr val="tx1"/>
                </a:solidFill>
                <a:latin typeface="Arial" panose="020B0604020202020204" pitchFamily="34" charset="0"/>
                <a:ea typeface="MS PGothic" panose="020B0600070205080204" pitchFamily="34" charset="-128"/>
              </a:defRPr>
            </a:lvl3pPr>
            <a:lvl4pPr marL="1600200" indent="-228600" defTabSz="957263">
              <a:defRPr>
                <a:solidFill>
                  <a:schemeClr val="tx1"/>
                </a:solidFill>
                <a:latin typeface="Arial" panose="020B0604020202020204" pitchFamily="34" charset="0"/>
                <a:ea typeface="MS PGothic" panose="020B0600070205080204" pitchFamily="34" charset="-128"/>
              </a:defRPr>
            </a:lvl4pPr>
            <a:lvl5pPr marL="2057400" indent="-228600" defTabSz="957263">
              <a:defRPr>
                <a:solidFill>
                  <a:schemeClr val="tx1"/>
                </a:solidFill>
                <a:latin typeface="Arial" panose="020B0604020202020204" pitchFamily="34" charset="0"/>
                <a:ea typeface="MS PGothic" panose="020B0600070205080204" pitchFamily="34" charset="-128"/>
              </a:defRPr>
            </a:lvl5pPr>
            <a:lvl6pPr marL="25146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33E52FED-6666-48CD-BFED-6700D3C9D4B8}" type="slidenum">
              <a:rPr lang="es-ES" altLang="es-ES"/>
              <a:pPr/>
              <a:t>9</a:t>
            </a:fld>
            <a:endParaRPr lang="es-ES" altLang="es-ES"/>
          </a:p>
        </p:txBody>
      </p:sp>
    </p:spTree>
    <p:extLst>
      <p:ext uri="{BB962C8B-B14F-4D97-AF65-F5344CB8AC3E}">
        <p14:creationId xmlns:p14="http://schemas.microsoft.com/office/powerpoint/2010/main" val="3914996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1 Marcador de imagen de diapositiva"/>
          <p:cNvSpPr>
            <a:spLocks noGrp="1" noRot="1" noChangeAspect="1" noChangeArrowheads="1" noTextEdit="1"/>
          </p:cNvSpPr>
          <p:nvPr>
            <p:ph type="sldImg"/>
          </p:nvPr>
        </p:nvSpPr>
        <p:spPr>
          <a:ln/>
        </p:spPr>
      </p:sp>
      <p:sp>
        <p:nvSpPr>
          <p:cNvPr id="50179" name="2 Marcador de notas"/>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ES" altLang="es-ES" b="1">
                <a:latin typeface="Arial" panose="020B0604020202020204" pitchFamily="34" charset="0"/>
              </a:rPr>
              <a:t> </a:t>
            </a:r>
            <a:endParaRPr lang="es-ES" altLang="es-ES">
              <a:latin typeface="Arial" panose="020B0604020202020204" pitchFamily="34" charset="0"/>
            </a:endParaRPr>
          </a:p>
          <a:p>
            <a:br>
              <a:rPr lang="es-ES" altLang="es-ES">
                <a:latin typeface="Arial" panose="020B0604020202020204" pitchFamily="34" charset="0"/>
              </a:rPr>
            </a:br>
            <a:endParaRPr lang="es-ES" altLang="es-ES">
              <a:latin typeface="Arial" panose="020B0604020202020204" pitchFamily="34" charset="0"/>
            </a:endParaRPr>
          </a:p>
          <a:p>
            <a:endParaRPr lang="es-ES" altLang="es-ES">
              <a:latin typeface="Arial" panose="020B0604020202020204" pitchFamily="34" charset="0"/>
            </a:endParaRPr>
          </a:p>
        </p:txBody>
      </p:sp>
      <p:sp>
        <p:nvSpPr>
          <p:cNvPr id="50180" name="3 Marcador de número de diapositiva"/>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7263">
              <a:defRPr>
                <a:solidFill>
                  <a:schemeClr val="tx1"/>
                </a:solidFill>
                <a:latin typeface="Arial" panose="020B0604020202020204" pitchFamily="34" charset="0"/>
                <a:ea typeface="MS PGothic" panose="020B0600070205080204" pitchFamily="34" charset="-128"/>
              </a:defRPr>
            </a:lvl1pPr>
            <a:lvl2pPr marL="742950" indent="-285750" defTabSz="957263">
              <a:defRPr>
                <a:solidFill>
                  <a:schemeClr val="tx1"/>
                </a:solidFill>
                <a:latin typeface="Arial" panose="020B0604020202020204" pitchFamily="34" charset="0"/>
                <a:ea typeface="MS PGothic" panose="020B0600070205080204" pitchFamily="34" charset="-128"/>
              </a:defRPr>
            </a:lvl2pPr>
            <a:lvl3pPr marL="1143000" indent="-228600" defTabSz="957263">
              <a:defRPr>
                <a:solidFill>
                  <a:schemeClr val="tx1"/>
                </a:solidFill>
                <a:latin typeface="Arial" panose="020B0604020202020204" pitchFamily="34" charset="0"/>
                <a:ea typeface="MS PGothic" panose="020B0600070205080204" pitchFamily="34" charset="-128"/>
              </a:defRPr>
            </a:lvl3pPr>
            <a:lvl4pPr marL="1600200" indent="-228600" defTabSz="957263">
              <a:defRPr>
                <a:solidFill>
                  <a:schemeClr val="tx1"/>
                </a:solidFill>
                <a:latin typeface="Arial" panose="020B0604020202020204" pitchFamily="34" charset="0"/>
                <a:ea typeface="MS PGothic" panose="020B0600070205080204" pitchFamily="34" charset="-128"/>
              </a:defRPr>
            </a:lvl4pPr>
            <a:lvl5pPr marL="2057400" indent="-228600" defTabSz="957263">
              <a:defRPr>
                <a:solidFill>
                  <a:schemeClr val="tx1"/>
                </a:solidFill>
                <a:latin typeface="Arial" panose="020B0604020202020204" pitchFamily="34" charset="0"/>
                <a:ea typeface="MS PGothic" panose="020B0600070205080204" pitchFamily="34" charset="-128"/>
              </a:defRPr>
            </a:lvl5pPr>
            <a:lvl6pPr marL="25146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799FA211-D5C8-4791-9C86-0A4920A4B2C2}" type="slidenum">
              <a:rPr lang="es-ES" altLang="es-ES"/>
              <a:pPr/>
              <a:t>10</a:t>
            </a:fld>
            <a:endParaRPr lang="es-ES" altLang="es-ES"/>
          </a:p>
        </p:txBody>
      </p:sp>
    </p:spTree>
    <p:extLst>
      <p:ext uri="{BB962C8B-B14F-4D97-AF65-F5344CB8AC3E}">
        <p14:creationId xmlns:p14="http://schemas.microsoft.com/office/powerpoint/2010/main" val="696918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Marcador de imagen de diapositiva 1"/>
          <p:cNvSpPr>
            <a:spLocks noGrp="1" noRot="1" noChangeAspect="1" noChangeArrowheads="1" noTextEdit="1"/>
          </p:cNvSpPr>
          <p:nvPr>
            <p:ph type="sldImg"/>
          </p:nvPr>
        </p:nvSpPr>
        <p:spPr>
          <a:ln/>
        </p:spPr>
      </p:sp>
      <p:sp>
        <p:nvSpPr>
          <p:cNvPr id="27651" name="Marcador de nota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ES" altLang="es-ES" dirty="0">
                <a:latin typeface="Arial" panose="020B0604020202020204" pitchFamily="34" charset="0"/>
              </a:rPr>
              <a:t> A</a:t>
            </a:r>
            <a:r>
              <a:rPr lang="en-US" sz="1200" b="0" i="0" u="none" strike="noStrike" kern="1200" baseline="0" dirty="0" err="1">
                <a:solidFill>
                  <a:schemeClr val="tx1"/>
                </a:solidFill>
                <a:latin typeface="+mn-lt"/>
                <a:ea typeface="+mn-ea"/>
                <a:cs typeface="+mn-cs"/>
              </a:rPr>
              <a:t>pproximately</a:t>
            </a:r>
            <a:r>
              <a:rPr lang="en-US" sz="1200" b="0" i="0" u="none" strike="noStrike" kern="1200" baseline="0" dirty="0">
                <a:solidFill>
                  <a:schemeClr val="tx1"/>
                </a:solidFill>
                <a:latin typeface="+mn-lt"/>
                <a:ea typeface="+mn-ea"/>
                <a:cs typeface="+mn-cs"/>
              </a:rPr>
              <a:t> sixty-seven per cent of the world's population, or 5.4 billion people, is now online. This represents a growth of 4.7 per cent since 2022, an increase from the 3.5 per cent recorded from 2021 to 2022. The number of people offline in 2023 decreased to an estimated 2.6 billion people, representing 33 per cent of the global population. </a:t>
            </a:r>
          </a:p>
          <a:p>
            <a:r>
              <a:rPr lang="en-US" sz="1200" b="0" i="0" u="none" strike="noStrike" kern="1200" baseline="0" dirty="0">
                <a:solidFill>
                  <a:schemeClr val="tx1"/>
                </a:solidFill>
                <a:latin typeface="+mn-lt"/>
                <a:ea typeface="+mn-ea"/>
                <a:cs typeface="+mn-cs"/>
              </a:rPr>
              <a:t>Internet use remains tightly linked to the level of a country’s development. In 2020, nine out of ten people in high-income countries used the Internet. In 2023, the share edged up to 93 per cent, getting closer to universality.</a:t>
            </a:r>
            <a:endParaRPr lang="es-ES" altLang="es-ES" dirty="0">
              <a:latin typeface="Arial" panose="020B0604020202020204" pitchFamily="34" charset="0"/>
            </a:endParaRPr>
          </a:p>
        </p:txBody>
      </p:sp>
      <p:sp>
        <p:nvSpPr>
          <p:cNvPr id="27652" name="Marcador de número de diapositiva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7263">
              <a:defRPr>
                <a:solidFill>
                  <a:schemeClr val="tx1"/>
                </a:solidFill>
                <a:latin typeface="Arial" panose="020B0604020202020204" pitchFamily="34" charset="0"/>
                <a:ea typeface="MS PGothic" panose="020B0600070205080204" pitchFamily="34" charset="-128"/>
              </a:defRPr>
            </a:lvl1pPr>
            <a:lvl2pPr marL="742950" indent="-285750" defTabSz="957263">
              <a:defRPr>
                <a:solidFill>
                  <a:schemeClr val="tx1"/>
                </a:solidFill>
                <a:latin typeface="Arial" panose="020B0604020202020204" pitchFamily="34" charset="0"/>
                <a:ea typeface="MS PGothic" panose="020B0600070205080204" pitchFamily="34" charset="-128"/>
              </a:defRPr>
            </a:lvl2pPr>
            <a:lvl3pPr marL="1143000" indent="-228600" defTabSz="957263">
              <a:defRPr>
                <a:solidFill>
                  <a:schemeClr val="tx1"/>
                </a:solidFill>
                <a:latin typeface="Arial" panose="020B0604020202020204" pitchFamily="34" charset="0"/>
                <a:ea typeface="MS PGothic" panose="020B0600070205080204" pitchFamily="34" charset="-128"/>
              </a:defRPr>
            </a:lvl3pPr>
            <a:lvl4pPr marL="1600200" indent="-228600" defTabSz="957263">
              <a:defRPr>
                <a:solidFill>
                  <a:schemeClr val="tx1"/>
                </a:solidFill>
                <a:latin typeface="Arial" panose="020B0604020202020204" pitchFamily="34" charset="0"/>
                <a:ea typeface="MS PGothic" panose="020B0600070205080204" pitchFamily="34" charset="-128"/>
              </a:defRPr>
            </a:lvl4pPr>
            <a:lvl5pPr marL="2057400" indent="-228600" defTabSz="957263">
              <a:defRPr>
                <a:solidFill>
                  <a:schemeClr val="tx1"/>
                </a:solidFill>
                <a:latin typeface="Arial" panose="020B0604020202020204" pitchFamily="34" charset="0"/>
                <a:ea typeface="MS PGothic" panose="020B0600070205080204" pitchFamily="34" charset="-128"/>
              </a:defRPr>
            </a:lvl5pPr>
            <a:lvl6pPr marL="25146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7460E73B-F88E-41F9-9F29-6F348754929B}" type="slidenum">
              <a:rPr lang="es-ES" altLang="es-ES"/>
              <a:pPr/>
              <a:t>12</a:t>
            </a:fld>
            <a:endParaRPr lang="es-ES" altLang="es-ES"/>
          </a:p>
        </p:txBody>
      </p:sp>
    </p:spTree>
    <p:extLst>
      <p:ext uri="{BB962C8B-B14F-4D97-AF65-F5344CB8AC3E}">
        <p14:creationId xmlns:p14="http://schemas.microsoft.com/office/powerpoint/2010/main" val="24762481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Marcador de imagen de diapositiva 1"/>
          <p:cNvSpPr>
            <a:spLocks noGrp="1" noRot="1" noChangeAspect="1" noChangeArrowheads="1" noTextEdit="1"/>
          </p:cNvSpPr>
          <p:nvPr>
            <p:ph type="sldImg"/>
          </p:nvPr>
        </p:nvSpPr>
        <p:spPr>
          <a:ln/>
        </p:spPr>
      </p:sp>
      <p:sp>
        <p:nvSpPr>
          <p:cNvPr id="35843" name="Marcador de nota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altLang="es-ES" sz="1200" dirty="0">
                <a:latin typeface="Arial" panose="020B0604020202020204" pitchFamily="34" charset="0"/>
              </a:rPr>
              <a:t>En todo el mundo, el 70% de los hombres utiliza Internet, frente al 65% de las mujeres. Esto significa que, a nivel mundial, habrá 244 millones más de hombres que de mujeres utilizando Internet en 2023.</a:t>
            </a:r>
          </a:p>
          <a:p>
            <a:pPr marL="0" marR="0" indent="0" algn="l" defTabSz="914400" rtl="0" eaLnBrk="1" fontAlgn="auto" latinLnBrk="0" hangingPunct="1">
              <a:lnSpc>
                <a:spcPct val="100000"/>
              </a:lnSpc>
              <a:spcBef>
                <a:spcPts val="0"/>
              </a:spcBef>
              <a:spcAft>
                <a:spcPts val="0"/>
              </a:spcAft>
              <a:buClrTx/>
              <a:buSzTx/>
              <a:buFontTx/>
              <a:buNone/>
              <a:tabLst/>
              <a:defRPr/>
            </a:pPr>
            <a:r>
              <a:rPr lang="es-ES" altLang="es-ES" sz="1200" dirty="0">
                <a:latin typeface="Arial" panose="020B0604020202020204" pitchFamily="34" charset="0"/>
              </a:rPr>
              <a:t>La paridad se alcanza cuando la puntuación de paridad de género, definida como la proporción de mujeres que utilizan Internet dividida por la proporción de hombres que utilizan Internet, está entre 0,98 y 1,02. La población mundial ha ido avanzando suavemente hacia la paridad, y la puntuación ha pasado de 0,90 en 2019 a 0,92 en 2023. </a:t>
            </a:r>
            <a:endParaRPr lang="es-ES" altLang="es-ES" dirty="0">
              <a:latin typeface="Arial" panose="020B0604020202020204" pitchFamily="34" charset="0"/>
            </a:endParaRPr>
          </a:p>
        </p:txBody>
      </p:sp>
      <p:sp>
        <p:nvSpPr>
          <p:cNvPr id="35844" name="Marcador de número de diapositiva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7263">
              <a:defRPr>
                <a:solidFill>
                  <a:schemeClr val="tx1"/>
                </a:solidFill>
                <a:latin typeface="Arial" panose="020B0604020202020204" pitchFamily="34" charset="0"/>
                <a:ea typeface="MS PGothic" panose="020B0600070205080204" pitchFamily="34" charset="-128"/>
              </a:defRPr>
            </a:lvl1pPr>
            <a:lvl2pPr marL="742950" indent="-285750" defTabSz="957263">
              <a:defRPr>
                <a:solidFill>
                  <a:schemeClr val="tx1"/>
                </a:solidFill>
                <a:latin typeface="Arial" panose="020B0604020202020204" pitchFamily="34" charset="0"/>
                <a:ea typeface="MS PGothic" panose="020B0600070205080204" pitchFamily="34" charset="-128"/>
              </a:defRPr>
            </a:lvl2pPr>
            <a:lvl3pPr marL="1143000" indent="-228600" defTabSz="957263">
              <a:defRPr>
                <a:solidFill>
                  <a:schemeClr val="tx1"/>
                </a:solidFill>
                <a:latin typeface="Arial" panose="020B0604020202020204" pitchFamily="34" charset="0"/>
                <a:ea typeface="MS PGothic" panose="020B0600070205080204" pitchFamily="34" charset="-128"/>
              </a:defRPr>
            </a:lvl3pPr>
            <a:lvl4pPr marL="1600200" indent="-228600" defTabSz="957263">
              <a:defRPr>
                <a:solidFill>
                  <a:schemeClr val="tx1"/>
                </a:solidFill>
                <a:latin typeface="Arial" panose="020B0604020202020204" pitchFamily="34" charset="0"/>
                <a:ea typeface="MS PGothic" panose="020B0600070205080204" pitchFamily="34" charset="-128"/>
              </a:defRPr>
            </a:lvl4pPr>
            <a:lvl5pPr marL="2057400" indent="-228600" defTabSz="957263">
              <a:defRPr>
                <a:solidFill>
                  <a:schemeClr val="tx1"/>
                </a:solidFill>
                <a:latin typeface="Arial" panose="020B0604020202020204" pitchFamily="34" charset="0"/>
                <a:ea typeface="MS PGothic" panose="020B0600070205080204" pitchFamily="34" charset="-128"/>
              </a:defRPr>
            </a:lvl5pPr>
            <a:lvl6pPr marL="25146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29ED23EA-0699-4A76-8111-C1925F4ED1C1}" type="slidenum">
              <a:rPr lang="es-ES" altLang="es-ES"/>
              <a:pPr/>
              <a:t>13</a:t>
            </a:fld>
            <a:endParaRPr lang="es-ES" altLang="es-ES"/>
          </a:p>
        </p:txBody>
      </p:sp>
    </p:spTree>
    <p:extLst>
      <p:ext uri="{BB962C8B-B14F-4D97-AF65-F5344CB8AC3E}">
        <p14:creationId xmlns:p14="http://schemas.microsoft.com/office/powerpoint/2010/main" val="24213900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Marcador de imagen de diapositiva 1"/>
          <p:cNvSpPr>
            <a:spLocks noGrp="1" noRot="1" noChangeAspect="1" noChangeArrowheads="1" noTextEdit="1"/>
          </p:cNvSpPr>
          <p:nvPr>
            <p:ph type="sldImg"/>
          </p:nvPr>
        </p:nvSpPr>
        <p:spPr>
          <a:ln/>
        </p:spPr>
      </p:sp>
      <p:sp>
        <p:nvSpPr>
          <p:cNvPr id="37891" name="Marcador de nota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altLang="es-ES" dirty="0"/>
              <a:t>ITU (2024) </a:t>
            </a:r>
            <a:r>
              <a:rPr lang="es-ES" altLang="es-ES" dirty="0" err="1"/>
              <a:t>Measuring</a:t>
            </a:r>
            <a:r>
              <a:rPr lang="es-ES" altLang="es-ES" dirty="0"/>
              <a:t> digital </a:t>
            </a:r>
            <a:r>
              <a:rPr lang="es-ES" altLang="es-ES" dirty="0" err="1"/>
              <a:t>development</a:t>
            </a:r>
            <a:r>
              <a:rPr lang="es-ES" altLang="es-ES" dirty="0"/>
              <a:t>. </a:t>
            </a:r>
            <a:r>
              <a:rPr lang="es-ES" altLang="es-ES" b="1" dirty="0" err="1"/>
              <a:t>Facts</a:t>
            </a:r>
            <a:r>
              <a:rPr lang="es-ES" altLang="es-ES" b="1" dirty="0"/>
              <a:t> and figures</a:t>
            </a:r>
          </a:p>
          <a:p>
            <a:endParaRPr lang="es-ES" altLang="es-ES" dirty="0">
              <a:latin typeface="Arial" panose="020B0604020202020204" pitchFamily="34" charset="0"/>
            </a:endParaRPr>
          </a:p>
        </p:txBody>
      </p:sp>
      <p:sp>
        <p:nvSpPr>
          <p:cNvPr id="37892" name="Marcador de número de diapositiva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7263">
              <a:defRPr>
                <a:solidFill>
                  <a:schemeClr val="tx1"/>
                </a:solidFill>
                <a:latin typeface="Arial" panose="020B0604020202020204" pitchFamily="34" charset="0"/>
                <a:ea typeface="MS PGothic" panose="020B0600070205080204" pitchFamily="34" charset="-128"/>
              </a:defRPr>
            </a:lvl1pPr>
            <a:lvl2pPr marL="742950" indent="-285750" defTabSz="957263">
              <a:defRPr>
                <a:solidFill>
                  <a:schemeClr val="tx1"/>
                </a:solidFill>
                <a:latin typeface="Arial" panose="020B0604020202020204" pitchFamily="34" charset="0"/>
                <a:ea typeface="MS PGothic" panose="020B0600070205080204" pitchFamily="34" charset="-128"/>
              </a:defRPr>
            </a:lvl2pPr>
            <a:lvl3pPr marL="1143000" indent="-228600" defTabSz="957263">
              <a:defRPr>
                <a:solidFill>
                  <a:schemeClr val="tx1"/>
                </a:solidFill>
                <a:latin typeface="Arial" panose="020B0604020202020204" pitchFamily="34" charset="0"/>
                <a:ea typeface="MS PGothic" panose="020B0600070205080204" pitchFamily="34" charset="-128"/>
              </a:defRPr>
            </a:lvl3pPr>
            <a:lvl4pPr marL="1600200" indent="-228600" defTabSz="957263">
              <a:defRPr>
                <a:solidFill>
                  <a:schemeClr val="tx1"/>
                </a:solidFill>
                <a:latin typeface="Arial" panose="020B0604020202020204" pitchFamily="34" charset="0"/>
                <a:ea typeface="MS PGothic" panose="020B0600070205080204" pitchFamily="34" charset="-128"/>
              </a:defRPr>
            </a:lvl4pPr>
            <a:lvl5pPr marL="2057400" indent="-228600" defTabSz="957263">
              <a:defRPr>
                <a:solidFill>
                  <a:schemeClr val="tx1"/>
                </a:solidFill>
                <a:latin typeface="Arial" panose="020B0604020202020204" pitchFamily="34" charset="0"/>
                <a:ea typeface="MS PGothic" panose="020B0600070205080204" pitchFamily="34" charset="-128"/>
              </a:defRPr>
            </a:lvl5pPr>
            <a:lvl6pPr marL="25146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F74C0C09-ED70-4569-BC14-04D8C496793B}" type="slidenum">
              <a:rPr lang="es-ES" altLang="es-ES"/>
              <a:pPr/>
              <a:t>15</a:t>
            </a:fld>
            <a:endParaRPr lang="es-ES" altLang="es-ES"/>
          </a:p>
        </p:txBody>
      </p:sp>
    </p:spTree>
    <p:extLst>
      <p:ext uri="{BB962C8B-B14F-4D97-AF65-F5344CB8AC3E}">
        <p14:creationId xmlns:p14="http://schemas.microsoft.com/office/powerpoint/2010/main" val="6573808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Marcador de imagen de diapositiva 1"/>
          <p:cNvSpPr>
            <a:spLocks noGrp="1" noRot="1" noChangeAspect="1" noChangeArrowheads="1" noTextEdit="1"/>
          </p:cNvSpPr>
          <p:nvPr>
            <p:ph type="sldImg"/>
          </p:nvPr>
        </p:nvSpPr>
        <p:spPr>
          <a:ln/>
        </p:spPr>
      </p:sp>
      <p:sp>
        <p:nvSpPr>
          <p:cNvPr id="39939" name="Marcador de nota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altLang="es-ES" dirty="0">
              <a:latin typeface="Arial" panose="020B0604020202020204" pitchFamily="34" charset="0"/>
            </a:endParaRPr>
          </a:p>
        </p:txBody>
      </p:sp>
      <p:sp>
        <p:nvSpPr>
          <p:cNvPr id="39940" name="Marcador de número de diapositiva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7263">
              <a:defRPr>
                <a:solidFill>
                  <a:schemeClr val="tx1"/>
                </a:solidFill>
                <a:latin typeface="Arial" panose="020B0604020202020204" pitchFamily="34" charset="0"/>
                <a:ea typeface="MS PGothic" panose="020B0600070205080204" pitchFamily="34" charset="-128"/>
              </a:defRPr>
            </a:lvl1pPr>
            <a:lvl2pPr marL="742950" indent="-285750" defTabSz="957263">
              <a:defRPr>
                <a:solidFill>
                  <a:schemeClr val="tx1"/>
                </a:solidFill>
                <a:latin typeface="Arial" panose="020B0604020202020204" pitchFamily="34" charset="0"/>
                <a:ea typeface="MS PGothic" panose="020B0600070205080204" pitchFamily="34" charset="-128"/>
              </a:defRPr>
            </a:lvl2pPr>
            <a:lvl3pPr marL="1143000" indent="-228600" defTabSz="957263">
              <a:defRPr>
                <a:solidFill>
                  <a:schemeClr val="tx1"/>
                </a:solidFill>
                <a:latin typeface="Arial" panose="020B0604020202020204" pitchFamily="34" charset="0"/>
                <a:ea typeface="MS PGothic" panose="020B0600070205080204" pitchFamily="34" charset="-128"/>
              </a:defRPr>
            </a:lvl3pPr>
            <a:lvl4pPr marL="1600200" indent="-228600" defTabSz="957263">
              <a:defRPr>
                <a:solidFill>
                  <a:schemeClr val="tx1"/>
                </a:solidFill>
                <a:latin typeface="Arial" panose="020B0604020202020204" pitchFamily="34" charset="0"/>
                <a:ea typeface="MS PGothic" panose="020B0600070205080204" pitchFamily="34" charset="-128"/>
              </a:defRPr>
            </a:lvl4pPr>
            <a:lvl5pPr marL="2057400" indent="-228600" defTabSz="957263">
              <a:defRPr>
                <a:solidFill>
                  <a:schemeClr val="tx1"/>
                </a:solidFill>
                <a:latin typeface="Arial" panose="020B0604020202020204" pitchFamily="34" charset="0"/>
                <a:ea typeface="MS PGothic" panose="020B0600070205080204" pitchFamily="34" charset="-128"/>
              </a:defRPr>
            </a:lvl5pPr>
            <a:lvl6pPr marL="25146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E030722B-03A6-41E5-8568-9005BCA7D017}" type="slidenum">
              <a:rPr lang="es-ES" altLang="es-ES"/>
              <a:pPr/>
              <a:t>16</a:t>
            </a:fld>
            <a:endParaRPr lang="es-ES" altLang="es-ES"/>
          </a:p>
        </p:txBody>
      </p:sp>
    </p:spTree>
    <p:extLst>
      <p:ext uri="{BB962C8B-B14F-4D97-AF65-F5344CB8AC3E}">
        <p14:creationId xmlns:p14="http://schemas.microsoft.com/office/powerpoint/2010/main" val="28444259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Marcador de imagen de diapositiva 1"/>
          <p:cNvSpPr>
            <a:spLocks noGrp="1" noRot="1" noChangeAspect="1" noChangeArrowheads="1" noTextEdit="1"/>
          </p:cNvSpPr>
          <p:nvPr>
            <p:ph type="sldImg"/>
          </p:nvPr>
        </p:nvSpPr>
        <p:spPr>
          <a:ln/>
        </p:spPr>
      </p:sp>
      <p:sp>
        <p:nvSpPr>
          <p:cNvPr id="33795" name="Marcador de nota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i="0" u="none" strike="noStrike" kern="1200" baseline="0" dirty="0">
                <a:solidFill>
                  <a:schemeClr val="tx1"/>
                </a:solidFill>
                <a:latin typeface="+mn-lt"/>
                <a:ea typeface="+mn-ea"/>
                <a:cs typeface="+mn-cs"/>
              </a:rPr>
              <a:t>On a global scale, 69 per cent of men are using the Internet, compared with 63 per cent of women. This means there are 259 million more men than women using the Internet in 2022.</a:t>
            </a:r>
          </a:p>
          <a:p>
            <a:r>
              <a:rPr lang="en-US" sz="1200" b="0" i="0" u="none" strike="noStrike" kern="1200" baseline="0" dirty="0">
                <a:solidFill>
                  <a:schemeClr val="tx1"/>
                </a:solidFill>
                <a:latin typeface="+mn-lt"/>
                <a:ea typeface="+mn-ea"/>
                <a:cs typeface="+mn-cs"/>
              </a:rPr>
              <a:t>Gender parity is deemed achieved when the gender parity score, defined as the female percentage divided by the male percentage, stands between 0.98 and 1.02. Over the last three years, the world has been taking small steps towards gender parity, moving from 0.90 in 2019 to 0.92 in 2022. The gender parity score, however, only provides a partial picture, because it represents the ratio of two percentages. Measured by the absolute difference between the numbers of men and women online, the gender gap actually </a:t>
            </a:r>
            <a:r>
              <a:rPr lang="en-US" sz="1200" b="0" i="1" u="none" strike="noStrike" kern="1200" baseline="0" dirty="0">
                <a:solidFill>
                  <a:schemeClr val="tx1"/>
                </a:solidFill>
                <a:latin typeface="+mn-lt"/>
                <a:ea typeface="+mn-ea"/>
                <a:cs typeface="+mn-cs"/>
              </a:rPr>
              <a:t>increased </a:t>
            </a:r>
            <a:r>
              <a:rPr lang="en-US" sz="1200" b="0" i="0" u="none" strike="noStrike" kern="1200" baseline="0" dirty="0">
                <a:solidFill>
                  <a:schemeClr val="tx1"/>
                </a:solidFill>
                <a:latin typeface="+mn-lt"/>
                <a:ea typeface="+mn-ea"/>
                <a:cs typeface="+mn-cs"/>
              </a:rPr>
              <a:t>by 20 million. Furthermore, while women account for roughly half of the population, they account for a disproportionate – and increasing – share of the global offline population: women now outnumber male non-users by 18 per cent, up from 11 per cent in 2019. </a:t>
            </a:r>
          </a:p>
          <a:p>
            <a:r>
              <a:rPr lang="en-US" sz="1200" b="0" i="0" u="none" strike="noStrike" kern="1200" baseline="0" dirty="0">
                <a:solidFill>
                  <a:schemeClr val="tx1"/>
                </a:solidFill>
                <a:latin typeface="+mn-lt"/>
                <a:ea typeface="+mn-ea"/>
                <a:cs typeface="+mn-cs"/>
              </a:rPr>
              <a:t>Generally, the regions with the highest Internet use also have the highest gender parity scores. In the Americas, the CIS and Europe, gender parity has been achieved. Both the Asia-Pacific and the Arab States have improved their gender parity score, whereas Africa has stalled in the last three years. </a:t>
            </a:r>
            <a:endParaRPr lang="es-ES" altLang="es-ES" dirty="0">
              <a:latin typeface="Arial" panose="020B0604020202020204" pitchFamily="34" charset="0"/>
            </a:endParaRPr>
          </a:p>
        </p:txBody>
      </p:sp>
      <p:sp>
        <p:nvSpPr>
          <p:cNvPr id="33796" name="Marcador de número de diapositiva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7263">
              <a:defRPr>
                <a:solidFill>
                  <a:schemeClr val="tx1"/>
                </a:solidFill>
                <a:latin typeface="Arial" panose="020B0604020202020204" pitchFamily="34" charset="0"/>
                <a:ea typeface="MS PGothic" panose="020B0600070205080204" pitchFamily="34" charset="-128"/>
              </a:defRPr>
            </a:lvl1pPr>
            <a:lvl2pPr marL="742950" indent="-285750" defTabSz="957263">
              <a:defRPr>
                <a:solidFill>
                  <a:schemeClr val="tx1"/>
                </a:solidFill>
                <a:latin typeface="Arial" panose="020B0604020202020204" pitchFamily="34" charset="0"/>
                <a:ea typeface="MS PGothic" panose="020B0600070205080204" pitchFamily="34" charset="-128"/>
              </a:defRPr>
            </a:lvl2pPr>
            <a:lvl3pPr marL="1143000" indent="-228600" defTabSz="957263">
              <a:defRPr>
                <a:solidFill>
                  <a:schemeClr val="tx1"/>
                </a:solidFill>
                <a:latin typeface="Arial" panose="020B0604020202020204" pitchFamily="34" charset="0"/>
                <a:ea typeface="MS PGothic" panose="020B0600070205080204" pitchFamily="34" charset="-128"/>
              </a:defRPr>
            </a:lvl3pPr>
            <a:lvl4pPr marL="1600200" indent="-228600" defTabSz="957263">
              <a:defRPr>
                <a:solidFill>
                  <a:schemeClr val="tx1"/>
                </a:solidFill>
                <a:latin typeface="Arial" panose="020B0604020202020204" pitchFamily="34" charset="0"/>
                <a:ea typeface="MS PGothic" panose="020B0600070205080204" pitchFamily="34" charset="-128"/>
              </a:defRPr>
            </a:lvl4pPr>
            <a:lvl5pPr marL="2057400" indent="-228600" defTabSz="957263">
              <a:defRPr>
                <a:solidFill>
                  <a:schemeClr val="tx1"/>
                </a:solidFill>
                <a:latin typeface="Arial" panose="020B0604020202020204" pitchFamily="34" charset="0"/>
                <a:ea typeface="MS PGothic" panose="020B0600070205080204" pitchFamily="34" charset="-128"/>
              </a:defRPr>
            </a:lvl5pPr>
            <a:lvl6pPr marL="25146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5809F510-9E89-4DED-B454-6685AFFA26C4}" type="slidenum">
              <a:rPr lang="es-ES" altLang="es-ES"/>
              <a:pPr/>
              <a:t>19</a:t>
            </a:fld>
            <a:endParaRPr lang="es-ES" altLang="es-ES"/>
          </a:p>
        </p:txBody>
      </p:sp>
    </p:spTree>
    <p:extLst>
      <p:ext uri="{BB962C8B-B14F-4D97-AF65-F5344CB8AC3E}">
        <p14:creationId xmlns:p14="http://schemas.microsoft.com/office/powerpoint/2010/main" val="21635813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a:t>After a brief uptick in 2021, income-adjusted cost of fixed and mobile Internet services resumed its downward trend in 2022. The two connectivity price benchmarks, namely the data-only mobile broadband basket and the fixed broadband basket, have become more affordable in all regions of the world and for all income groups. The global median price of the mobile broadband basket dropped from 1.9 to 1.5 per cent of average gross national income (GNI) per capita, while that of the fixed broadband basket dropped from 3.5 to 3.2 per cent of GNI per capita. </a:t>
            </a:r>
          </a:p>
          <a:p>
            <a:r>
              <a:rPr lang="en-US" dirty="0"/>
              <a:t>Nonetheless, </a:t>
            </a:r>
            <a:r>
              <a:rPr lang="en-US" b="1" dirty="0"/>
              <a:t>lack of affordability continues to be a key barrier to Internet access particularly in low-income economies</a:t>
            </a:r>
            <a:r>
              <a:rPr lang="en-US" dirty="0"/>
              <a:t>, even though this country group witnessed a nearly two-percentage-point drop in the income-adjusted price of mobile broadband services. A wide gap remains between high-income economies and the rest of the world. </a:t>
            </a:r>
            <a:endParaRPr lang="es-ES" dirty="0"/>
          </a:p>
        </p:txBody>
      </p:sp>
      <p:sp>
        <p:nvSpPr>
          <p:cNvPr id="4" name="Marcador de número de diapositiva 3"/>
          <p:cNvSpPr>
            <a:spLocks noGrp="1"/>
          </p:cNvSpPr>
          <p:nvPr>
            <p:ph type="sldNum" sz="quarter" idx="10"/>
          </p:nvPr>
        </p:nvSpPr>
        <p:spPr/>
        <p:txBody>
          <a:bodyPr/>
          <a:lstStyle/>
          <a:p>
            <a:fld id="{7C1D7475-3A4C-451E-84F4-15FDA2C826AA}" type="slidenum">
              <a:rPr lang="es-ES" smtClean="0"/>
              <a:t>20</a:t>
            </a:fld>
            <a:endParaRPr lang="es-ES"/>
          </a:p>
        </p:txBody>
      </p:sp>
    </p:spTree>
    <p:extLst>
      <p:ext uri="{BB962C8B-B14F-4D97-AF65-F5344CB8AC3E}">
        <p14:creationId xmlns:p14="http://schemas.microsoft.com/office/powerpoint/2010/main" val="36000508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ES" sz="1800" b="0" i="0" u="none" strike="noStrike" baseline="0" dirty="0">
                <a:solidFill>
                  <a:srgbClr val="FFFFFF"/>
                </a:solidFill>
                <a:latin typeface="Sora-ExtraLight"/>
              </a:rPr>
              <a:t>ONTSI. Brecha digital de género 2023. </a:t>
            </a:r>
            <a:r>
              <a:rPr lang="es-ES" sz="1800" b="0" i="0" u="none" strike="noStrike" baseline="0" dirty="0">
                <a:solidFill>
                  <a:srgbClr val="FFFFFF"/>
                </a:solidFill>
                <a:latin typeface="Sora-Regular"/>
              </a:rPr>
              <a:t>Edición 2024 - Datos 2023</a:t>
            </a:r>
          </a:p>
          <a:p>
            <a:pPr algn="l"/>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21</a:t>
            </a:fld>
            <a:endParaRPr lang="es-ES"/>
          </a:p>
        </p:txBody>
      </p:sp>
    </p:spTree>
    <p:extLst>
      <p:ext uri="{BB962C8B-B14F-4D97-AF65-F5344CB8AC3E}">
        <p14:creationId xmlns:p14="http://schemas.microsoft.com/office/powerpoint/2010/main" val="37519660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u="none" strike="noStrike" baseline="0" dirty="0">
                <a:solidFill>
                  <a:srgbClr val="FFFFFF"/>
                </a:solidFill>
                <a:latin typeface="Sora-ExtraLight"/>
              </a:rPr>
              <a:t>ONTSI. Brecha digital de género 2023. </a:t>
            </a:r>
            <a:r>
              <a:rPr lang="es-ES" sz="1200" b="0" i="0" u="none" strike="noStrike" baseline="0" dirty="0">
                <a:solidFill>
                  <a:srgbClr val="FFFFFF"/>
                </a:solidFill>
                <a:latin typeface="Sora-Regular"/>
              </a:rPr>
              <a:t>Edición 2024 - Datos 2023</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22</a:t>
            </a:fld>
            <a:endParaRPr lang="es-ES"/>
          </a:p>
        </p:txBody>
      </p:sp>
    </p:spTree>
    <p:extLst>
      <p:ext uri="{BB962C8B-B14F-4D97-AF65-F5344CB8AC3E}">
        <p14:creationId xmlns:p14="http://schemas.microsoft.com/office/powerpoint/2010/main" val="36737524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Marcador de imagen de diapositiva 1"/>
          <p:cNvSpPr>
            <a:spLocks noGrp="1" noRot="1" noChangeAspect="1" noChangeArrowheads="1" noTextEdit="1"/>
          </p:cNvSpPr>
          <p:nvPr>
            <p:ph type="sldImg"/>
          </p:nvPr>
        </p:nvSpPr>
        <p:spPr>
          <a:ln/>
        </p:spPr>
      </p:sp>
      <p:sp>
        <p:nvSpPr>
          <p:cNvPr id="52227" name="Marcador de nota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endParaRPr lang="es-ES" sz="1800" b="0" i="0" u="none" strike="noStrike" baseline="0" dirty="0">
              <a:solidFill>
                <a:srgbClr val="000000"/>
              </a:solidFill>
              <a:latin typeface="SSJXS Y+ Avenir Nxt 2 W 1 G"/>
            </a:endParaRPr>
          </a:p>
          <a:p>
            <a:r>
              <a:rPr lang="en-US" sz="1800" b="0" i="0" u="none" strike="noStrike" baseline="0" dirty="0">
                <a:solidFill>
                  <a:srgbClr val="000000"/>
                </a:solidFill>
                <a:latin typeface="SSJXS Y+ Avenir Nxt 2 W 1 G"/>
              </a:rPr>
              <a:t> </a:t>
            </a:r>
            <a:r>
              <a:rPr lang="en-US" sz="1800" b="1" i="0" u="none" strike="noStrike" baseline="0" dirty="0">
                <a:solidFill>
                  <a:srgbClr val="009CD5"/>
                </a:solidFill>
                <a:latin typeface="SSJXS Y+ Avenir Nxt 2 W 1 G"/>
              </a:rPr>
              <a:t>ITU. </a:t>
            </a:r>
            <a:r>
              <a:rPr lang="en-US" sz="1800" b="1" i="0" u="none" strike="noStrike" baseline="0" dirty="0" err="1">
                <a:solidFill>
                  <a:srgbClr val="000000"/>
                </a:solidFill>
                <a:latin typeface="OMGZO G+ Avenir Nxt 2 W 1 G"/>
              </a:rPr>
              <a:t>Publications</a:t>
            </a:r>
            <a:r>
              <a:rPr lang="en-US" sz="1800" b="1" i="0" u="none" strike="noStrike" baseline="0" dirty="0" err="1">
                <a:solidFill>
                  <a:srgbClr val="000000"/>
                </a:solidFill>
                <a:latin typeface="YJEHY M+ Avenir Nxt 2 W 1 G"/>
              </a:rPr>
              <a:t>Measuring</a:t>
            </a:r>
            <a:r>
              <a:rPr lang="en-US" sz="1800" b="1" i="0" u="none" strike="noStrike" baseline="0" dirty="0">
                <a:solidFill>
                  <a:srgbClr val="000000"/>
                </a:solidFill>
                <a:latin typeface="YJEHY M+ Avenir Nxt 2 W 1 G"/>
              </a:rPr>
              <a:t> digital development. </a:t>
            </a:r>
            <a:r>
              <a:rPr lang="en-US" sz="1800" b="1" i="0" u="none" strike="noStrike" baseline="0" dirty="0">
                <a:solidFill>
                  <a:srgbClr val="000000"/>
                </a:solidFill>
                <a:latin typeface="OMGZO G+ Avenir Nxt 2 W 1 G"/>
              </a:rPr>
              <a:t>The ICT Development Index 2024 </a:t>
            </a:r>
            <a:endParaRPr lang="en-US" sz="1800" b="0" i="0" u="none" strike="noStrike" baseline="0" dirty="0">
              <a:solidFill>
                <a:srgbClr val="000000"/>
              </a:solidFill>
              <a:latin typeface="SSJXS Y+ Avenir Nxt 2 W 1 G"/>
            </a:endParaRPr>
          </a:p>
          <a:p>
            <a:endParaRPr lang="es-ES" altLang="es-ES" dirty="0">
              <a:latin typeface="Arial" panose="020B0604020202020204" pitchFamily="34" charset="0"/>
            </a:endParaRPr>
          </a:p>
        </p:txBody>
      </p:sp>
      <p:sp>
        <p:nvSpPr>
          <p:cNvPr id="52228" name="Marcador de número de diapositiva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7263">
              <a:defRPr>
                <a:solidFill>
                  <a:schemeClr val="tx1"/>
                </a:solidFill>
                <a:latin typeface="Arial" panose="020B0604020202020204" pitchFamily="34" charset="0"/>
                <a:ea typeface="MS PGothic" panose="020B0600070205080204" pitchFamily="34" charset="-128"/>
              </a:defRPr>
            </a:lvl1pPr>
            <a:lvl2pPr marL="742950" indent="-285750" defTabSz="957263">
              <a:defRPr>
                <a:solidFill>
                  <a:schemeClr val="tx1"/>
                </a:solidFill>
                <a:latin typeface="Arial" panose="020B0604020202020204" pitchFamily="34" charset="0"/>
                <a:ea typeface="MS PGothic" panose="020B0600070205080204" pitchFamily="34" charset="-128"/>
              </a:defRPr>
            </a:lvl2pPr>
            <a:lvl3pPr marL="1143000" indent="-228600" defTabSz="957263">
              <a:defRPr>
                <a:solidFill>
                  <a:schemeClr val="tx1"/>
                </a:solidFill>
                <a:latin typeface="Arial" panose="020B0604020202020204" pitchFamily="34" charset="0"/>
                <a:ea typeface="MS PGothic" panose="020B0600070205080204" pitchFamily="34" charset="-128"/>
              </a:defRPr>
            </a:lvl3pPr>
            <a:lvl4pPr marL="1600200" indent="-228600" defTabSz="957263">
              <a:defRPr>
                <a:solidFill>
                  <a:schemeClr val="tx1"/>
                </a:solidFill>
                <a:latin typeface="Arial" panose="020B0604020202020204" pitchFamily="34" charset="0"/>
                <a:ea typeface="MS PGothic" panose="020B0600070205080204" pitchFamily="34" charset="-128"/>
              </a:defRPr>
            </a:lvl4pPr>
            <a:lvl5pPr marL="2057400" indent="-228600" defTabSz="957263">
              <a:defRPr>
                <a:solidFill>
                  <a:schemeClr val="tx1"/>
                </a:solidFill>
                <a:latin typeface="Arial" panose="020B0604020202020204" pitchFamily="34" charset="0"/>
                <a:ea typeface="MS PGothic" panose="020B0600070205080204" pitchFamily="34" charset="-128"/>
              </a:defRPr>
            </a:lvl5pPr>
            <a:lvl6pPr marL="25146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57C7BA0C-DEB2-4F60-9CEB-004D041593DF}" type="slidenum">
              <a:rPr lang="es-ES" altLang="es-ES"/>
              <a:pPr/>
              <a:t>23</a:t>
            </a:fld>
            <a:endParaRPr lang="es-ES" altLang="es-ES"/>
          </a:p>
        </p:txBody>
      </p:sp>
    </p:spTree>
    <p:extLst>
      <p:ext uri="{BB962C8B-B14F-4D97-AF65-F5344CB8AC3E}">
        <p14:creationId xmlns:p14="http://schemas.microsoft.com/office/powerpoint/2010/main" val="18266145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Marcador de imagen de diapositiva 1"/>
          <p:cNvSpPr>
            <a:spLocks noGrp="1" noRot="1" noChangeAspect="1" noChangeArrowheads="1" noTextEdit="1"/>
          </p:cNvSpPr>
          <p:nvPr>
            <p:ph type="sldImg"/>
          </p:nvPr>
        </p:nvSpPr>
        <p:spPr>
          <a:ln/>
        </p:spPr>
      </p:sp>
      <p:sp>
        <p:nvSpPr>
          <p:cNvPr id="54275" name="Marcador de nota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altLang="es-ES">
              <a:latin typeface="Arial" panose="020B0604020202020204" pitchFamily="34" charset="0"/>
            </a:endParaRPr>
          </a:p>
        </p:txBody>
      </p:sp>
      <p:sp>
        <p:nvSpPr>
          <p:cNvPr id="54276" name="Marcador de número de diapositiva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7263">
              <a:defRPr>
                <a:solidFill>
                  <a:schemeClr val="tx1"/>
                </a:solidFill>
                <a:latin typeface="Arial" panose="020B0604020202020204" pitchFamily="34" charset="0"/>
                <a:ea typeface="MS PGothic" panose="020B0600070205080204" pitchFamily="34" charset="-128"/>
              </a:defRPr>
            </a:lvl1pPr>
            <a:lvl2pPr marL="742950" indent="-285750" defTabSz="957263">
              <a:defRPr>
                <a:solidFill>
                  <a:schemeClr val="tx1"/>
                </a:solidFill>
                <a:latin typeface="Arial" panose="020B0604020202020204" pitchFamily="34" charset="0"/>
                <a:ea typeface="MS PGothic" panose="020B0600070205080204" pitchFamily="34" charset="-128"/>
              </a:defRPr>
            </a:lvl2pPr>
            <a:lvl3pPr marL="1143000" indent="-228600" defTabSz="957263">
              <a:defRPr>
                <a:solidFill>
                  <a:schemeClr val="tx1"/>
                </a:solidFill>
                <a:latin typeface="Arial" panose="020B0604020202020204" pitchFamily="34" charset="0"/>
                <a:ea typeface="MS PGothic" panose="020B0600070205080204" pitchFamily="34" charset="-128"/>
              </a:defRPr>
            </a:lvl3pPr>
            <a:lvl4pPr marL="1600200" indent="-228600" defTabSz="957263">
              <a:defRPr>
                <a:solidFill>
                  <a:schemeClr val="tx1"/>
                </a:solidFill>
                <a:latin typeface="Arial" panose="020B0604020202020204" pitchFamily="34" charset="0"/>
                <a:ea typeface="MS PGothic" panose="020B0600070205080204" pitchFamily="34" charset="-128"/>
              </a:defRPr>
            </a:lvl4pPr>
            <a:lvl5pPr marL="2057400" indent="-228600" defTabSz="957263">
              <a:defRPr>
                <a:solidFill>
                  <a:schemeClr val="tx1"/>
                </a:solidFill>
                <a:latin typeface="Arial" panose="020B0604020202020204" pitchFamily="34" charset="0"/>
                <a:ea typeface="MS PGothic" panose="020B0600070205080204" pitchFamily="34" charset="-128"/>
              </a:defRPr>
            </a:lvl5pPr>
            <a:lvl6pPr marL="25146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957263"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FCA47375-6DBB-4E88-9E5C-8504273EE8CB}" type="slidenum">
              <a:rPr lang="es-ES" altLang="es-ES"/>
              <a:pPr/>
              <a:t>24</a:t>
            </a:fld>
            <a:endParaRPr lang="es-ES" altLang="es-ES"/>
          </a:p>
        </p:txBody>
      </p:sp>
    </p:spTree>
    <p:extLst>
      <p:ext uri="{BB962C8B-B14F-4D97-AF65-F5344CB8AC3E}">
        <p14:creationId xmlns:p14="http://schemas.microsoft.com/office/powerpoint/2010/main" val="13537221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u="none" strike="noStrike" baseline="0" dirty="0">
                <a:solidFill>
                  <a:srgbClr val="000000"/>
                </a:solidFill>
                <a:latin typeface="AvenirNext LT Pro Light"/>
              </a:rPr>
              <a:t>Universal and meaningful connectivity </a:t>
            </a:r>
            <a:r>
              <a:rPr lang="en-US" sz="1200" b="0" i="0" u="none" strike="noStrike" baseline="0" dirty="0">
                <a:solidFill>
                  <a:srgbClr val="000000"/>
                </a:solidFill>
                <a:latin typeface="AvenirNext LT Pro Light"/>
              </a:rPr>
              <a:t>(UMC) is the possibility for everyone to enjoy a safe, satisfying, enriching, productive online experience at an affordable cost. </a:t>
            </a:r>
            <a:endParaRPr lang="es-ES" dirty="0"/>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25</a:t>
            </a:fld>
            <a:endParaRPr lang="es-ES"/>
          </a:p>
        </p:txBody>
      </p:sp>
    </p:spTree>
    <p:extLst>
      <p:ext uri="{BB962C8B-B14F-4D97-AF65-F5344CB8AC3E}">
        <p14:creationId xmlns:p14="http://schemas.microsoft.com/office/powerpoint/2010/main" val="15935548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26</a:t>
            </a:fld>
            <a:endParaRPr lang="es-ES"/>
          </a:p>
        </p:txBody>
      </p:sp>
    </p:spTree>
    <p:extLst>
      <p:ext uri="{BB962C8B-B14F-4D97-AF65-F5344CB8AC3E}">
        <p14:creationId xmlns:p14="http://schemas.microsoft.com/office/powerpoint/2010/main" val="26191318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6924B5-25BF-4810-8731-589EA9524761}"/>
              </a:ext>
            </a:extLst>
          </p:cNvPr>
          <p:cNvSpPr>
            <a:spLocks noGrp="1"/>
          </p:cNvSpPr>
          <p:nvPr>
            <p:ph type="ctrTitle" hasCustomPrompt="1"/>
          </p:nvPr>
        </p:nvSpPr>
        <p:spPr>
          <a:xfrm>
            <a:off x="1524000" y="1122363"/>
            <a:ext cx="9144000" cy="2387600"/>
          </a:xfrm>
        </p:spPr>
        <p:txBody>
          <a:bodyPr anchor="b"/>
          <a:lstStyle>
            <a:lvl1pPr algn="ctr">
              <a:defRPr sz="6000">
                <a:solidFill>
                  <a:schemeClr val="tx1"/>
                </a:solidFill>
              </a:defRPr>
            </a:lvl1pPr>
          </a:lstStyle>
          <a:p>
            <a:r>
              <a:rPr lang="es-ES" dirty="0"/>
              <a:t>Título</a:t>
            </a:r>
          </a:p>
        </p:txBody>
      </p:sp>
      <p:sp>
        <p:nvSpPr>
          <p:cNvPr id="3" name="Subtítulo 2">
            <a:extLst>
              <a:ext uri="{FF2B5EF4-FFF2-40B4-BE49-F238E27FC236}">
                <a16:creationId xmlns:a16="http://schemas.microsoft.com/office/drawing/2014/main" id="{4811762F-FA00-4A3C-B3A9-2556D20FAB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Haga clic para modificar el estilo de subtítulo del patrón</a:t>
            </a:r>
          </a:p>
        </p:txBody>
      </p:sp>
      <p:sp>
        <p:nvSpPr>
          <p:cNvPr id="5" name="Marcador de pie de página 4">
            <a:extLst>
              <a:ext uri="{FF2B5EF4-FFF2-40B4-BE49-F238E27FC236}">
                <a16:creationId xmlns:a16="http://schemas.microsoft.com/office/drawing/2014/main" id="{6961C57A-0C64-4D9A-902A-4C3FF7A3C9DC}"/>
              </a:ext>
            </a:extLst>
          </p:cNvPr>
          <p:cNvSpPr>
            <a:spLocks noGrp="1"/>
          </p:cNvSpPr>
          <p:nvPr>
            <p:ph type="ftr" sz="quarter" idx="11"/>
          </p:nvPr>
        </p:nvSpPr>
        <p:spPr>
          <a:xfrm>
            <a:off x="116377" y="6608618"/>
            <a:ext cx="11223567" cy="242974"/>
          </a:xfrm>
          <a:prstGeom prst="rect">
            <a:avLst/>
          </a:prstGeom>
        </p:spPr>
        <p:txBody>
          <a:bodyPr/>
          <a:lstStyle>
            <a:lvl1pPr algn="ctr">
              <a:defRPr sz="1200"/>
            </a:lvl1pPr>
          </a:lstStyle>
          <a:p>
            <a:r>
              <a:rPr lang="es-ES" dirty="0"/>
              <a:t>Aspectos Éticos y Sociales.  Curso 2022-23</a:t>
            </a:r>
          </a:p>
        </p:txBody>
      </p:sp>
      <p:sp>
        <p:nvSpPr>
          <p:cNvPr id="6" name="Marcador de número de diapositiva 5">
            <a:extLst>
              <a:ext uri="{FF2B5EF4-FFF2-40B4-BE49-F238E27FC236}">
                <a16:creationId xmlns:a16="http://schemas.microsoft.com/office/drawing/2014/main" id="{864890CB-3BB2-4247-A3C2-46D413F94D65}"/>
              </a:ext>
            </a:extLst>
          </p:cNvPr>
          <p:cNvSpPr>
            <a:spLocks noGrp="1"/>
          </p:cNvSpPr>
          <p:nvPr>
            <p:ph type="sldNum" sz="quarter" idx="12"/>
          </p:nvPr>
        </p:nvSpPr>
        <p:spPr>
          <a:xfrm>
            <a:off x="11488189" y="6608618"/>
            <a:ext cx="623455" cy="242973"/>
          </a:xfrm>
          <a:prstGeom prst="rect">
            <a:avLst/>
          </a:prstGeom>
        </p:spPr>
        <p:txBody>
          <a:bodyPr/>
          <a:lstStyle>
            <a:lvl1pPr algn="ctr">
              <a:defRPr sz="1200"/>
            </a:lvl1pPr>
          </a:lstStyle>
          <a:p>
            <a:fld id="{DD78B9B0-B568-4B7D-A141-3C843B6BAC7A}" type="slidenum">
              <a:rPr lang="es-ES" smtClean="0"/>
              <a:pPr/>
              <a:t>‹Nº›</a:t>
            </a:fld>
            <a:endParaRPr lang="es-ES" dirty="0"/>
          </a:p>
        </p:txBody>
      </p:sp>
    </p:spTree>
    <p:extLst>
      <p:ext uri="{BB962C8B-B14F-4D97-AF65-F5344CB8AC3E}">
        <p14:creationId xmlns:p14="http://schemas.microsoft.com/office/powerpoint/2010/main" val="2397993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AFDB81-AD36-474F-968A-19D4508E14C1}"/>
              </a:ext>
            </a:extLst>
          </p:cNvPr>
          <p:cNvSpPr>
            <a:spLocks noGrp="1"/>
          </p:cNvSpPr>
          <p:nvPr>
            <p:ph type="title"/>
          </p:nvPr>
        </p:nvSpPr>
        <p:spPr>
          <a:xfrm>
            <a:off x="764771" y="15356"/>
            <a:ext cx="11338559" cy="563996"/>
          </a:xfrm>
        </p:spPr>
        <p:txBody>
          <a:bodyPr>
            <a:normAutofit/>
          </a:bodyPr>
          <a:lstStyle>
            <a:lvl1pPr>
              <a:defRPr sz="3200"/>
            </a:lvl1pPr>
          </a:lstStyle>
          <a:p>
            <a:r>
              <a:rPr lang="es-ES" dirty="0"/>
              <a:t>Haga clic para modificar el estilo de título del patrón</a:t>
            </a:r>
          </a:p>
        </p:txBody>
      </p:sp>
      <p:sp>
        <p:nvSpPr>
          <p:cNvPr id="3" name="Marcador de contenido 2">
            <a:extLst>
              <a:ext uri="{FF2B5EF4-FFF2-40B4-BE49-F238E27FC236}">
                <a16:creationId xmlns:a16="http://schemas.microsoft.com/office/drawing/2014/main" id="{733801AF-4954-41E7-B80D-B6CC3B9314B5}"/>
              </a:ext>
            </a:extLst>
          </p:cNvPr>
          <p:cNvSpPr>
            <a:spLocks noGrp="1"/>
          </p:cNvSpPr>
          <p:nvPr>
            <p:ph idx="1"/>
          </p:nvPr>
        </p:nvSpPr>
        <p:spPr/>
        <p:txBody>
          <a:bodyPr/>
          <a:lstStyle/>
          <a:p>
            <a:pPr lvl="0"/>
            <a:r>
              <a:rPr lang="es-ES" dirty="0"/>
              <a:t>Editar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5" name="Marcador de pie de página 4">
            <a:extLst>
              <a:ext uri="{FF2B5EF4-FFF2-40B4-BE49-F238E27FC236}">
                <a16:creationId xmlns:a16="http://schemas.microsoft.com/office/drawing/2014/main" id="{08B8C865-ECC2-4DD2-809B-E857F4B445D9}"/>
              </a:ext>
            </a:extLst>
          </p:cNvPr>
          <p:cNvSpPr>
            <a:spLocks noGrp="1"/>
          </p:cNvSpPr>
          <p:nvPr>
            <p:ph type="ftr" sz="quarter" idx="11"/>
          </p:nvPr>
        </p:nvSpPr>
        <p:spPr>
          <a:xfrm>
            <a:off x="116377" y="6575367"/>
            <a:ext cx="11223567" cy="276225"/>
          </a:xfrm>
          <a:prstGeom prst="rect">
            <a:avLst/>
          </a:prstGeom>
        </p:spPr>
        <p:txBody>
          <a:bodyPr/>
          <a:lstStyle>
            <a:lvl1pPr algn="ctr">
              <a:defRPr sz="1200">
                <a:solidFill>
                  <a:schemeClr val="tx1"/>
                </a:solidFill>
              </a:defRPr>
            </a:lvl1pPr>
          </a:lstStyle>
          <a:p>
            <a:r>
              <a:rPr lang="es-ES" dirty="0"/>
              <a:t>Aspectos Éticos y Sociales</a:t>
            </a:r>
          </a:p>
        </p:txBody>
      </p:sp>
      <p:sp>
        <p:nvSpPr>
          <p:cNvPr id="6" name="Marcador de número de diapositiva 5">
            <a:extLst>
              <a:ext uri="{FF2B5EF4-FFF2-40B4-BE49-F238E27FC236}">
                <a16:creationId xmlns:a16="http://schemas.microsoft.com/office/drawing/2014/main" id="{165B1906-978B-4207-8263-A1FBFE4E20C6}"/>
              </a:ext>
            </a:extLst>
          </p:cNvPr>
          <p:cNvSpPr>
            <a:spLocks noGrp="1"/>
          </p:cNvSpPr>
          <p:nvPr>
            <p:ph type="sldNum" sz="quarter" idx="12"/>
          </p:nvPr>
        </p:nvSpPr>
        <p:spPr>
          <a:xfrm>
            <a:off x="11339945" y="6575366"/>
            <a:ext cx="763385" cy="276225"/>
          </a:xfrm>
          <a:prstGeom prst="rect">
            <a:avLst/>
          </a:prstGeom>
        </p:spPr>
        <p:txBody>
          <a:bodyPr/>
          <a:lstStyle>
            <a:lvl1pPr algn="ctr">
              <a:defRPr sz="1200">
                <a:solidFill>
                  <a:schemeClr val="tx1"/>
                </a:solidFill>
              </a:defRPr>
            </a:lvl1pPr>
          </a:lstStyle>
          <a:p>
            <a:fld id="{DD78B9B0-B568-4B7D-A141-3C843B6BAC7A}" type="slidenum">
              <a:rPr lang="es-ES" smtClean="0"/>
              <a:pPr/>
              <a:t>‹Nº›</a:t>
            </a:fld>
            <a:endParaRPr lang="es-ES" dirty="0"/>
          </a:p>
        </p:txBody>
      </p:sp>
    </p:spTree>
    <p:extLst>
      <p:ext uri="{BB962C8B-B14F-4D97-AF65-F5344CB8AC3E}">
        <p14:creationId xmlns:p14="http://schemas.microsoft.com/office/powerpoint/2010/main" val="1558619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C5215B-94EA-4638-8B1E-CF9FED1D52D8}"/>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DD9E6408-088B-4242-9922-8B54B345E025}"/>
              </a:ext>
            </a:extLst>
          </p:cNvPr>
          <p:cNvSpPr>
            <a:spLocks noGrp="1"/>
          </p:cNvSpPr>
          <p:nvPr>
            <p:ph sz="half" idx="1"/>
          </p:nvPr>
        </p:nvSpPr>
        <p:spPr>
          <a:xfrm>
            <a:off x="116378" y="679269"/>
            <a:ext cx="5866412" cy="5796346"/>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958F829C-561E-4DA8-8325-1014B0866223}"/>
              </a:ext>
            </a:extLst>
          </p:cNvPr>
          <p:cNvSpPr>
            <a:spLocks noGrp="1"/>
          </p:cNvSpPr>
          <p:nvPr>
            <p:ph sz="half" idx="2"/>
          </p:nvPr>
        </p:nvSpPr>
        <p:spPr>
          <a:xfrm>
            <a:off x="6209211" y="679269"/>
            <a:ext cx="5866412" cy="5796346"/>
          </a:xfrm>
        </p:spPr>
        <p:txBody>
          <a:bodyPr/>
          <a:lstStyle/>
          <a:p>
            <a:pPr lvl="0"/>
            <a:r>
              <a:rPr lang="es-ES" dirty="0"/>
              <a:t>Editar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8" name="Marcador de pie de página 4">
            <a:extLst>
              <a:ext uri="{FF2B5EF4-FFF2-40B4-BE49-F238E27FC236}">
                <a16:creationId xmlns:a16="http://schemas.microsoft.com/office/drawing/2014/main" id="{8EFD990C-68A6-4A30-B5E3-E85D00ECA588}"/>
              </a:ext>
            </a:extLst>
          </p:cNvPr>
          <p:cNvSpPr>
            <a:spLocks noGrp="1"/>
          </p:cNvSpPr>
          <p:nvPr>
            <p:ph type="ftr" sz="quarter" idx="11"/>
          </p:nvPr>
        </p:nvSpPr>
        <p:spPr>
          <a:xfrm>
            <a:off x="116377" y="6575367"/>
            <a:ext cx="11223567" cy="276225"/>
          </a:xfrm>
          <a:prstGeom prst="rect">
            <a:avLst/>
          </a:prstGeom>
        </p:spPr>
        <p:txBody>
          <a:bodyPr/>
          <a:lstStyle>
            <a:lvl1pPr algn="ctr">
              <a:defRPr sz="1200">
                <a:solidFill>
                  <a:schemeClr val="tx1"/>
                </a:solidFill>
              </a:defRPr>
            </a:lvl1pPr>
          </a:lstStyle>
          <a:p>
            <a:r>
              <a:rPr lang="es-ES" dirty="0"/>
              <a:t>Aspectos Éticos y Sociales</a:t>
            </a:r>
          </a:p>
        </p:txBody>
      </p:sp>
      <p:sp>
        <p:nvSpPr>
          <p:cNvPr id="9" name="Marcador de número de diapositiva 5">
            <a:extLst>
              <a:ext uri="{FF2B5EF4-FFF2-40B4-BE49-F238E27FC236}">
                <a16:creationId xmlns:a16="http://schemas.microsoft.com/office/drawing/2014/main" id="{5DDED81D-B5B6-4485-BA1C-4C30506600D9}"/>
              </a:ext>
            </a:extLst>
          </p:cNvPr>
          <p:cNvSpPr>
            <a:spLocks noGrp="1"/>
          </p:cNvSpPr>
          <p:nvPr>
            <p:ph type="sldNum" sz="quarter" idx="12"/>
          </p:nvPr>
        </p:nvSpPr>
        <p:spPr>
          <a:xfrm>
            <a:off x="11339945" y="6575366"/>
            <a:ext cx="763385" cy="276225"/>
          </a:xfrm>
          <a:prstGeom prst="rect">
            <a:avLst/>
          </a:prstGeom>
        </p:spPr>
        <p:txBody>
          <a:bodyPr/>
          <a:lstStyle>
            <a:lvl1pPr algn="ctr">
              <a:defRPr sz="1200">
                <a:solidFill>
                  <a:schemeClr val="tx1"/>
                </a:solidFill>
              </a:defRPr>
            </a:lvl1pPr>
          </a:lstStyle>
          <a:p>
            <a:fld id="{DD78B9B0-B568-4B7D-A141-3C843B6BAC7A}" type="slidenum">
              <a:rPr lang="es-ES" smtClean="0"/>
              <a:pPr/>
              <a:t>‹Nº›</a:t>
            </a:fld>
            <a:endParaRPr lang="es-ES" dirty="0"/>
          </a:p>
        </p:txBody>
      </p:sp>
    </p:spTree>
    <p:extLst>
      <p:ext uri="{BB962C8B-B14F-4D97-AF65-F5344CB8AC3E}">
        <p14:creationId xmlns:p14="http://schemas.microsoft.com/office/powerpoint/2010/main" val="874992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BF23B5-C282-44D6-AAB5-C4EDDBC49BB2}"/>
              </a:ext>
            </a:extLst>
          </p:cNvPr>
          <p:cNvSpPr>
            <a:spLocks noGrp="1"/>
          </p:cNvSpPr>
          <p:nvPr>
            <p:ph type="title"/>
          </p:nvPr>
        </p:nvSpPr>
        <p:spPr/>
        <p:txBody>
          <a:bodyPr/>
          <a:lstStyle/>
          <a:p>
            <a:r>
              <a:rPr lang="es-ES" dirty="0"/>
              <a:t>Haga clic para modificar el estilo de título del patrón</a:t>
            </a:r>
          </a:p>
        </p:txBody>
      </p:sp>
      <p:sp>
        <p:nvSpPr>
          <p:cNvPr id="6" name="Marcador de pie de página 4">
            <a:extLst>
              <a:ext uri="{FF2B5EF4-FFF2-40B4-BE49-F238E27FC236}">
                <a16:creationId xmlns:a16="http://schemas.microsoft.com/office/drawing/2014/main" id="{8BC2AFC3-DDDD-4DD3-89D3-E4F73E7DCE80}"/>
              </a:ext>
            </a:extLst>
          </p:cNvPr>
          <p:cNvSpPr>
            <a:spLocks noGrp="1"/>
          </p:cNvSpPr>
          <p:nvPr>
            <p:ph type="ftr" sz="quarter" idx="11"/>
          </p:nvPr>
        </p:nvSpPr>
        <p:spPr>
          <a:xfrm>
            <a:off x="116377" y="6575367"/>
            <a:ext cx="11223567" cy="276225"/>
          </a:xfrm>
          <a:prstGeom prst="rect">
            <a:avLst/>
          </a:prstGeom>
        </p:spPr>
        <p:txBody>
          <a:bodyPr/>
          <a:lstStyle>
            <a:lvl1pPr algn="ctr">
              <a:defRPr sz="1200">
                <a:solidFill>
                  <a:schemeClr val="tx1"/>
                </a:solidFill>
              </a:defRPr>
            </a:lvl1pPr>
          </a:lstStyle>
          <a:p>
            <a:r>
              <a:rPr lang="es-ES" dirty="0"/>
              <a:t>Aspectos Éticos y Sociales</a:t>
            </a:r>
          </a:p>
        </p:txBody>
      </p:sp>
      <p:sp>
        <p:nvSpPr>
          <p:cNvPr id="7" name="Marcador de número de diapositiva 5">
            <a:extLst>
              <a:ext uri="{FF2B5EF4-FFF2-40B4-BE49-F238E27FC236}">
                <a16:creationId xmlns:a16="http://schemas.microsoft.com/office/drawing/2014/main" id="{7ADE7CAF-F92B-4886-BF24-9ED32F141685}"/>
              </a:ext>
            </a:extLst>
          </p:cNvPr>
          <p:cNvSpPr>
            <a:spLocks noGrp="1"/>
          </p:cNvSpPr>
          <p:nvPr>
            <p:ph type="sldNum" sz="quarter" idx="12"/>
          </p:nvPr>
        </p:nvSpPr>
        <p:spPr>
          <a:xfrm>
            <a:off x="11339945" y="6575366"/>
            <a:ext cx="763385" cy="276225"/>
          </a:xfrm>
          <a:prstGeom prst="rect">
            <a:avLst/>
          </a:prstGeom>
        </p:spPr>
        <p:txBody>
          <a:bodyPr/>
          <a:lstStyle>
            <a:lvl1pPr algn="ctr">
              <a:defRPr sz="1200">
                <a:solidFill>
                  <a:schemeClr val="tx1"/>
                </a:solidFill>
              </a:defRPr>
            </a:lvl1pPr>
          </a:lstStyle>
          <a:p>
            <a:fld id="{DD78B9B0-B568-4B7D-A141-3C843B6BAC7A}" type="slidenum">
              <a:rPr lang="es-ES" smtClean="0"/>
              <a:pPr/>
              <a:t>‹Nº›</a:t>
            </a:fld>
            <a:endParaRPr lang="es-ES" dirty="0"/>
          </a:p>
        </p:txBody>
      </p:sp>
    </p:spTree>
    <p:extLst>
      <p:ext uri="{BB962C8B-B14F-4D97-AF65-F5344CB8AC3E}">
        <p14:creationId xmlns:p14="http://schemas.microsoft.com/office/powerpoint/2010/main" val="1543420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n con título">
    <p:spTree>
      <p:nvGrpSpPr>
        <p:cNvPr id="1" name=""/>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5E4BD482-944B-42B9-B61D-F5C568154FE7}"/>
              </a:ext>
            </a:extLst>
          </p:cNvPr>
          <p:cNvSpPr>
            <a:spLocks noGrp="1"/>
          </p:cNvSpPr>
          <p:nvPr>
            <p:ph type="pic" idx="1"/>
          </p:nvPr>
        </p:nvSpPr>
        <p:spPr>
          <a:xfrm>
            <a:off x="5183188" y="687977"/>
            <a:ext cx="6892434" cy="57876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2723193A-30E2-4852-8C34-2CEB6F17A660}"/>
              </a:ext>
            </a:extLst>
          </p:cNvPr>
          <p:cNvSpPr>
            <a:spLocks noGrp="1"/>
          </p:cNvSpPr>
          <p:nvPr>
            <p:ph type="body" sz="half" idx="2"/>
          </p:nvPr>
        </p:nvSpPr>
        <p:spPr>
          <a:xfrm>
            <a:off x="116378" y="687977"/>
            <a:ext cx="4655648" cy="57876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dirty="0"/>
              <a:t>Editar los estilos de texto del patrón</a:t>
            </a:r>
          </a:p>
        </p:txBody>
      </p:sp>
      <p:sp>
        <p:nvSpPr>
          <p:cNvPr id="8" name="Título 1">
            <a:extLst>
              <a:ext uri="{FF2B5EF4-FFF2-40B4-BE49-F238E27FC236}">
                <a16:creationId xmlns:a16="http://schemas.microsoft.com/office/drawing/2014/main" id="{9B994F07-0445-4BEA-86CE-5B01E4360445}"/>
              </a:ext>
            </a:extLst>
          </p:cNvPr>
          <p:cNvSpPr>
            <a:spLocks noGrp="1"/>
          </p:cNvSpPr>
          <p:nvPr>
            <p:ph type="title"/>
          </p:nvPr>
        </p:nvSpPr>
        <p:spPr>
          <a:xfrm>
            <a:off x="734290" y="-1"/>
            <a:ext cx="10605655" cy="573579"/>
          </a:xfrm>
        </p:spPr>
        <p:txBody>
          <a:bodyPr/>
          <a:lstStyle/>
          <a:p>
            <a:r>
              <a:rPr lang="es-ES" dirty="0"/>
              <a:t>Haga clic para modificar el estilo de título del patrón</a:t>
            </a:r>
          </a:p>
        </p:txBody>
      </p:sp>
      <p:sp>
        <p:nvSpPr>
          <p:cNvPr id="9" name="Marcador de pie de página 4">
            <a:extLst>
              <a:ext uri="{FF2B5EF4-FFF2-40B4-BE49-F238E27FC236}">
                <a16:creationId xmlns:a16="http://schemas.microsoft.com/office/drawing/2014/main" id="{F0FD88A3-CD24-4E84-8B97-372B5090D2AA}"/>
              </a:ext>
            </a:extLst>
          </p:cNvPr>
          <p:cNvSpPr>
            <a:spLocks noGrp="1"/>
          </p:cNvSpPr>
          <p:nvPr>
            <p:ph type="ftr" sz="quarter" idx="11"/>
          </p:nvPr>
        </p:nvSpPr>
        <p:spPr>
          <a:xfrm>
            <a:off x="116377" y="6575367"/>
            <a:ext cx="11223567" cy="276225"/>
          </a:xfrm>
          <a:prstGeom prst="rect">
            <a:avLst/>
          </a:prstGeom>
        </p:spPr>
        <p:txBody>
          <a:bodyPr/>
          <a:lstStyle>
            <a:lvl1pPr algn="ctr">
              <a:defRPr sz="1200">
                <a:solidFill>
                  <a:schemeClr val="tx1"/>
                </a:solidFill>
              </a:defRPr>
            </a:lvl1pPr>
          </a:lstStyle>
          <a:p>
            <a:r>
              <a:rPr lang="es-ES" dirty="0"/>
              <a:t>Aspectos Éticos y Sociales</a:t>
            </a:r>
          </a:p>
        </p:txBody>
      </p:sp>
      <p:sp>
        <p:nvSpPr>
          <p:cNvPr id="10" name="Marcador de número de diapositiva 5">
            <a:extLst>
              <a:ext uri="{FF2B5EF4-FFF2-40B4-BE49-F238E27FC236}">
                <a16:creationId xmlns:a16="http://schemas.microsoft.com/office/drawing/2014/main" id="{C20010ED-56A5-4773-8CFD-8465650FE6C4}"/>
              </a:ext>
            </a:extLst>
          </p:cNvPr>
          <p:cNvSpPr>
            <a:spLocks noGrp="1"/>
          </p:cNvSpPr>
          <p:nvPr>
            <p:ph type="sldNum" sz="quarter" idx="12"/>
          </p:nvPr>
        </p:nvSpPr>
        <p:spPr>
          <a:xfrm>
            <a:off x="11339945" y="6575366"/>
            <a:ext cx="763385" cy="276225"/>
          </a:xfrm>
          <a:prstGeom prst="rect">
            <a:avLst/>
          </a:prstGeom>
        </p:spPr>
        <p:txBody>
          <a:bodyPr/>
          <a:lstStyle>
            <a:lvl1pPr algn="ctr">
              <a:defRPr sz="1200">
                <a:solidFill>
                  <a:schemeClr val="tx1"/>
                </a:solidFill>
              </a:defRPr>
            </a:lvl1pPr>
          </a:lstStyle>
          <a:p>
            <a:fld id="{DD78B9B0-B568-4B7D-A141-3C843B6BAC7A}" type="slidenum">
              <a:rPr lang="es-ES" smtClean="0"/>
              <a:pPr/>
              <a:t>‹Nº›</a:t>
            </a:fld>
            <a:endParaRPr lang="es-ES" dirty="0"/>
          </a:p>
        </p:txBody>
      </p:sp>
    </p:spTree>
    <p:extLst>
      <p:ext uri="{BB962C8B-B14F-4D97-AF65-F5344CB8AC3E}">
        <p14:creationId xmlns:p14="http://schemas.microsoft.com/office/powerpoint/2010/main" val="3388327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708B936D-1875-4782-AE78-3D64318881B4}"/>
              </a:ext>
            </a:extLst>
          </p:cNvPr>
          <p:cNvSpPr>
            <a:spLocks noGrp="1"/>
          </p:cNvSpPr>
          <p:nvPr>
            <p:ph type="ftr" sz="quarter" idx="11"/>
          </p:nvPr>
        </p:nvSpPr>
        <p:spPr>
          <a:xfrm>
            <a:off x="116377" y="6575367"/>
            <a:ext cx="11223567" cy="276225"/>
          </a:xfrm>
          <a:prstGeom prst="rect">
            <a:avLst/>
          </a:prstGeom>
        </p:spPr>
        <p:txBody>
          <a:bodyPr/>
          <a:lstStyle>
            <a:lvl1pPr algn="ctr">
              <a:defRPr sz="1200">
                <a:solidFill>
                  <a:schemeClr val="tx1"/>
                </a:solidFill>
              </a:defRPr>
            </a:lvl1pPr>
          </a:lstStyle>
          <a:p>
            <a:r>
              <a:rPr lang="es-ES" dirty="0"/>
              <a:t>Aspectos Éticos y Sociales</a:t>
            </a:r>
          </a:p>
        </p:txBody>
      </p:sp>
      <p:sp>
        <p:nvSpPr>
          <p:cNvPr id="6" name="Marcador de número de diapositiva 5">
            <a:extLst>
              <a:ext uri="{FF2B5EF4-FFF2-40B4-BE49-F238E27FC236}">
                <a16:creationId xmlns:a16="http://schemas.microsoft.com/office/drawing/2014/main" id="{4571EE37-48E4-4F91-BF26-95E43F763D7B}"/>
              </a:ext>
            </a:extLst>
          </p:cNvPr>
          <p:cNvSpPr>
            <a:spLocks noGrp="1"/>
          </p:cNvSpPr>
          <p:nvPr>
            <p:ph type="sldNum" sz="quarter" idx="12"/>
          </p:nvPr>
        </p:nvSpPr>
        <p:spPr>
          <a:xfrm>
            <a:off x="11339945" y="6575366"/>
            <a:ext cx="763385" cy="276225"/>
          </a:xfrm>
          <a:prstGeom prst="rect">
            <a:avLst/>
          </a:prstGeom>
        </p:spPr>
        <p:txBody>
          <a:bodyPr/>
          <a:lstStyle>
            <a:lvl1pPr algn="ctr">
              <a:defRPr sz="1200">
                <a:solidFill>
                  <a:schemeClr val="tx1"/>
                </a:solidFill>
              </a:defRPr>
            </a:lvl1pPr>
          </a:lstStyle>
          <a:p>
            <a:fld id="{DD78B9B0-B568-4B7D-A141-3C843B6BAC7A}" type="slidenum">
              <a:rPr lang="es-ES" smtClean="0"/>
              <a:pPr/>
              <a:t>‹Nº›</a:t>
            </a:fld>
            <a:endParaRPr lang="es-ES" dirty="0"/>
          </a:p>
        </p:txBody>
      </p:sp>
      <p:sp>
        <p:nvSpPr>
          <p:cNvPr id="7" name="Título 1">
            <a:extLst>
              <a:ext uri="{FF2B5EF4-FFF2-40B4-BE49-F238E27FC236}">
                <a16:creationId xmlns:a16="http://schemas.microsoft.com/office/drawing/2014/main" id="{9FE71781-8DA0-4A47-A6CA-EC110E36D3CE}"/>
              </a:ext>
            </a:extLst>
          </p:cNvPr>
          <p:cNvSpPr>
            <a:spLocks noGrp="1"/>
          </p:cNvSpPr>
          <p:nvPr>
            <p:ph type="title"/>
          </p:nvPr>
        </p:nvSpPr>
        <p:spPr>
          <a:xfrm>
            <a:off x="734290" y="-1"/>
            <a:ext cx="10605655" cy="573579"/>
          </a:xfrm>
        </p:spPr>
        <p:txBody>
          <a:bodyPr/>
          <a:lstStyle/>
          <a:p>
            <a:r>
              <a:rPr lang="es-ES" dirty="0"/>
              <a:t>Haga clic para modificar el estilo de título del patrón</a:t>
            </a:r>
          </a:p>
        </p:txBody>
      </p:sp>
    </p:spTree>
    <p:extLst>
      <p:ext uri="{BB962C8B-B14F-4D97-AF65-F5344CB8AC3E}">
        <p14:creationId xmlns:p14="http://schemas.microsoft.com/office/powerpoint/2010/main" val="98111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1112AD-CA53-4C00-99FB-0FD875F557AA}"/>
              </a:ext>
            </a:extLst>
          </p:cNvPr>
          <p:cNvSpPr>
            <a:spLocks noGrp="1"/>
          </p:cNvSpPr>
          <p:nvPr>
            <p:ph type="title"/>
          </p:nvPr>
        </p:nvSpPr>
        <p:spPr/>
        <p:txBody>
          <a:bodyPr/>
          <a:lstStyle/>
          <a:p>
            <a:r>
              <a:rPr lang="es-ES" dirty="0"/>
              <a:t>Haga clic para modificar el estilo de título del patrón</a:t>
            </a:r>
          </a:p>
        </p:txBody>
      </p:sp>
      <p:sp>
        <p:nvSpPr>
          <p:cNvPr id="3" name="Marcador de texto vertical 2">
            <a:extLst>
              <a:ext uri="{FF2B5EF4-FFF2-40B4-BE49-F238E27FC236}">
                <a16:creationId xmlns:a16="http://schemas.microsoft.com/office/drawing/2014/main" id="{1F95EFA8-DBAD-46BB-BE44-2CB41B4D6CDE}"/>
              </a:ext>
            </a:extLst>
          </p:cNvPr>
          <p:cNvSpPr>
            <a:spLocks noGrp="1"/>
          </p:cNvSpPr>
          <p:nvPr>
            <p:ph type="body" orient="vert" idx="1"/>
          </p:nvPr>
        </p:nvSpPr>
        <p:spPr>
          <a:xfrm>
            <a:off x="116377" y="681644"/>
            <a:ext cx="11986953" cy="5802283"/>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pie de página 4">
            <a:extLst>
              <a:ext uri="{FF2B5EF4-FFF2-40B4-BE49-F238E27FC236}">
                <a16:creationId xmlns:a16="http://schemas.microsoft.com/office/drawing/2014/main" id="{0BD82A86-4E5E-4723-AE1E-4AD512A7CAC3}"/>
              </a:ext>
            </a:extLst>
          </p:cNvPr>
          <p:cNvSpPr>
            <a:spLocks noGrp="1"/>
          </p:cNvSpPr>
          <p:nvPr>
            <p:ph type="ftr" sz="quarter" idx="11"/>
          </p:nvPr>
        </p:nvSpPr>
        <p:spPr>
          <a:xfrm>
            <a:off x="116377" y="6575367"/>
            <a:ext cx="11223567" cy="276225"/>
          </a:xfrm>
          <a:prstGeom prst="rect">
            <a:avLst/>
          </a:prstGeom>
        </p:spPr>
        <p:txBody>
          <a:bodyPr/>
          <a:lstStyle>
            <a:lvl1pPr algn="ctr">
              <a:defRPr sz="1200">
                <a:solidFill>
                  <a:schemeClr val="tx1"/>
                </a:solidFill>
              </a:defRPr>
            </a:lvl1pPr>
          </a:lstStyle>
          <a:p>
            <a:r>
              <a:rPr lang="es-ES" dirty="0"/>
              <a:t>Aspectos Éticos y Sociales</a:t>
            </a:r>
          </a:p>
        </p:txBody>
      </p:sp>
      <p:sp>
        <p:nvSpPr>
          <p:cNvPr id="8" name="Marcador de número de diapositiva 5">
            <a:extLst>
              <a:ext uri="{FF2B5EF4-FFF2-40B4-BE49-F238E27FC236}">
                <a16:creationId xmlns:a16="http://schemas.microsoft.com/office/drawing/2014/main" id="{570BAA36-0FF3-41BD-958C-B29B5FFC1DBE}"/>
              </a:ext>
            </a:extLst>
          </p:cNvPr>
          <p:cNvSpPr>
            <a:spLocks noGrp="1"/>
          </p:cNvSpPr>
          <p:nvPr>
            <p:ph type="sldNum" sz="quarter" idx="12"/>
          </p:nvPr>
        </p:nvSpPr>
        <p:spPr>
          <a:xfrm>
            <a:off x="11339945" y="6575366"/>
            <a:ext cx="763385" cy="276225"/>
          </a:xfrm>
          <a:prstGeom prst="rect">
            <a:avLst/>
          </a:prstGeom>
        </p:spPr>
        <p:txBody>
          <a:bodyPr/>
          <a:lstStyle>
            <a:lvl1pPr algn="ctr">
              <a:defRPr sz="1200">
                <a:solidFill>
                  <a:schemeClr val="tx1"/>
                </a:solidFill>
              </a:defRPr>
            </a:lvl1pPr>
          </a:lstStyle>
          <a:p>
            <a:fld id="{DD78B9B0-B568-4B7D-A141-3C843B6BAC7A}" type="slidenum">
              <a:rPr lang="es-ES" smtClean="0"/>
              <a:pPr/>
              <a:t>‹Nº›</a:t>
            </a:fld>
            <a:endParaRPr lang="es-ES" dirty="0"/>
          </a:p>
        </p:txBody>
      </p:sp>
    </p:spTree>
    <p:extLst>
      <p:ext uri="{BB962C8B-B14F-4D97-AF65-F5344CB8AC3E}">
        <p14:creationId xmlns:p14="http://schemas.microsoft.com/office/powerpoint/2010/main" val="925801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ext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4" name="Rectangle 3"/>
          <p:cNvSpPr>
            <a:spLocks noGrp="1" noChangeArrowheads="1"/>
          </p:cNvSpPr>
          <p:nvPr>
            <p:ph idx="1"/>
          </p:nvPr>
        </p:nvSpPr>
        <p:spPr bwMode="auto">
          <a:xfrm>
            <a:off x="334435" y="720000"/>
            <a:ext cx="11520000" cy="5220000"/>
          </a:xfrm>
          <a:prstGeom prst="rect">
            <a:avLst/>
          </a:prstGeom>
          <a:noFill/>
          <a:ln w="9525">
            <a:noFill/>
            <a:miter lim="800000"/>
            <a:headEnd/>
            <a:tailEnd/>
          </a:ln>
          <a:effectLst/>
        </p:spPr>
        <p:txBody>
          <a:bodyPr/>
          <a:lstStyle>
            <a:lvl1pPr marL="441325" indent="-441325">
              <a:spcBef>
                <a:spcPts val="900"/>
              </a:spcBef>
              <a:spcAft>
                <a:spcPts val="400"/>
              </a:spcAft>
              <a:buFont typeface="Wingdings" pitchFamily="2" charset="2"/>
              <a:buChar char="Ø"/>
              <a:defRPr sz="2400"/>
            </a:lvl1pPr>
            <a:lvl2pPr marL="806450" indent="-268288">
              <a:defRPr sz="2000">
                <a:solidFill>
                  <a:schemeClr val="tx1"/>
                </a:solidFill>
              </a:defRPr>
            </a:lvl2pPr>
            <a:lvl3pPr marL="1162050" indent="-269875">
              <a:spcBef>
                <a:spcPts val="1200"/>
              </a:spcBef>
              <a:buFont typeface="Wingdings" pitchFamily="2" charset="2"/>
              <a:buChar char="v"/>
              <a:defRPr sz="1800">
                <a:solidFill>
                  <a:schemeClr val="tx1"/>
                </a:solidFill>
              </a:defRPr>
            </a:lvl3pPr>
            <a:lvl4pPr marL="1612900" indent="-268288">
              <a:spcBef>
                <a:spcPts val="600"/>
              </a:spcBef>
              <a:buSzPct val="120000"/>
              <a:buFont typeface="Arial" pitchFamily="34" charset="0"/>
              <a:buChar char="•"/>
              <a:defRPr sz="1800">
                <a:solidFill>
                  <a:schemeClr val="tx1"/>
                </a:solidFill>
              </a:defRPr>
            </a:lvl4pPr>
            <a:lvl5pPr>
              <a:defRPr sz="1600">
                <a:solidFill>
                  <a:schemeClr val="tx1"/>
                </a:solidFill>
              </a:defRPr>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5" name="Rectangle 5"/>
          <p:cNvSpPr>
            <a:spLocks noGrp="1" noChangeArrowheads="1"/>
          </p:cNvSpPr>
          <p:nvPr>
            <p:ph type="ftr" sz="quarter" idx="10"/>
          </p:nvPr>
        </p:nvSpPr>
        <p:spPr/>
        <p:txBody>
          <a:bodyPr/>
          <a:lstStyle>
            <a:lvl1pPr>
              <a:defRPr>
                <a:latin typeface="Arial" panose="020B0604020202020204" pitchFamily="34" charset="0"/>
                <a:ea typeface="MS PGothic" panose="020B0600070205080204" pitchFamily="34" charset="-128"/>
              </a:defRPr>
            </a:lvl1pPr>
          </a:lstStyle>
          <a:p>
            <a:pPr>
              <a:defRPr/>
            </a:pPr>
            <a:r>
              <a:rPr lang="es-ES" altLang="es-ES"/>
              <a:t> AES. Tema 4. Brecha Digital - 4</a:t>
            </a:r>
          </a:p>
        </p:txBody>
      </p:sp>
      <p:sp>
        <p:nvSpPr>
          <p:cNvPr id="6" name="4 Marcador de número de diapositiva"/>
          <p:cNvSpPr>
            <a:spLocks noGrp="1"/>
          </p:cNvSpPr>
          <p:nvPr>
            <p:ph type="sldNum" sz="quarter" idx="11"/>
          </p:nvPr>
        </p:nvSpPr>
        <p:spPr>
          <a:xfrm>
            <a:off x="10703984" y="6356351"/>
            <a:ext cx="878416"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fld id="{205C63E8-2913-4839-A857-6850C0149582}" type="slidenum">
              <a:rPr lang="es-ES" altLang="es-ES"/>
              <a:pPr/>
              <a:t>‹Nº›</a:t>
            </a:fld>
            <a:endParaRPr lang="es-ES" altLang="es-ES"/>
          </a:p>
        </p:txBody>
      </p:sp>
    </p:spTree>
    <p:extLst>
      <p:ext uri="{BB962C8B-B14F-4D97-AF65-F5344CB8AC3E}">
        <p14:creationId xmlns:p14="http://schemas.microsoft.com/office/powerpoint/2010/main" val="1606755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1E9BD473-7995-4184-8A2F-43D3CB1C8E7F}"/>
              </a:ext>
            </a:extLst>
          </p:cNvPr>
          <p:cNvSpPr/>
          <p:nvPr userDrawn="1"/>
        </p:nvSpPr>
        <p:spPr>
          <a:xfrm>
            <a:off x="0" y="0"/>
            <a:ext cx="12192000" cy="573579"/>
          </a:xfrm>
          <a:prstGeom prst="rect">
            <a:avLst/>
          </a:prstGeom>
          <a:solidFill>
            <a:srgbClr val="0060D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 name="Marcador de título 1">
            <a:extLst>
              <a:ext uri="{FF2B5EF4-FFF2-40B4-BE49-F238E27FC236}">
                <a16:creationId xmlns:a16="http://schemas.microsoft.com/office/drawing/2014/main" id="{54D98FFC-BA49-43A6-BE2A-794E83E723D3}"/>
              </a:ext>
            </a:extLst>
          </p:cNvPr>
          <p:cNvSpPr>
            <a:spLocks noGrp="1"/>
          </p:cNvSpPr>
          <p:nvPr>
            <p:ph type="title"/>
          </p:nvPr>
        </p:nvSpPr>
        <p:spPr>
          <a:xfrm>
            <a:off x="734290" y="-1"/>
            <a:ext cx="10605655" cy="573579"/>
          </a:xfrm>
          <a:prstGeom prst="rect">
            <a:avLst/>
          </a:prstGeom>
        </p:spPr>
        <p:txBody>
          <a:bodyPr vert="horz" lIns="91440" tIns="45720" rIns="91440" bIns="45720" rtlCol="0" anchor="ctr">
            <a:normAutofit/>
          </a:bodyPr>
          <a:lstStyle/>
          <a:p>
            <a:r>
              <a:rPr lang="es-ES" dirty="0"/>
              <a:t>Haga clic para modificar el estilo de título del patrón</a:t>
            </a:r>
          </a:p>
        </p:txBody>
      </p:sp>
      <p:sp>
        <p:nvSpPr>
          <p:cNvPr id="3" name="Marcador de texto 2">
            <a:extLst>
              <a:ext uri="{FF2B5EF4-FFF2-40B4-BE49-F238E27FC236}">
                <a16:creationId xmlns:a16="http://schemas.microsoft.com/office/drawing/2014/main" id="{BC59B44D-0C0A-491E-AFEC-89E74ACDA10D}"/>
              </a:ext>
            </a:extLst>
          </p:cNvPr>
          <p:cNvSpPr>
            <a:spLocks noGrp="1"/>
          </p:cNvSpPr>
          <p:nvPr>
            <p:ph type="body" idx="1"/>
          </p:nvPr>
        </p:nvSpPr>
        <p:spPr>
          <a:xfrm>
            <a:off x="116377" y="681644"/>
            <a:ext cx="11986953" cy="5702531"/>
          </a:xfrm>
          <a:prstGeom prst="rect">
            <a:avLst/>
          </a:prstGeom>
        </p:spPr>
        <p:txBody>
          <a:bodyPr vert="horz" lIns="91440" tIns="45720" rIns="91440" bIns="45720" rtlCol="0">
            <a:normAutofit/>
          </a:bodyPr>
          <a:lstStyle/>
          <a:p>
            <a:pPr lvl="0"/>
            <a:r>
              <a:rPr lang="es-ES" dirty="0"/>
              <a:t>Editar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pic>
        <p:nvPicPr>
          <p:cNvPr id="9" name="Imagen 8">
            <a:extLst>
              <a:ext uri="{FF2B5EF4-FFF2-40B4-BE49-F238E27FC236}">
                <a16:creationId xmlns:a16="http://schemas.microsoft.com/office/drawing/2014/main" id="{986AF6DA-7112-4863-9B1B-A2C4303F3C47}"/>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5541" y="-1"/>
            <a:ext cx="728749" cy="561744"/>
          </a:xfrm>
          <a:prstGeom prst="rect">
            <a:avLst/>
          </a:prstGeom>
        </p:spPr>
      </p:pic>
    </p:spTree>
    <p:extLst>
      <p:ext uri="{BB962C8B-B14F-4D97-AF65-F5344CB8AC3E}">
        <p14:creationId xmlns:p14="http://schemas.microsoft.com/office/powerpoint/2010/main" val="310400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7" r:id="rId5"/>
    <p:sldLayoutId id="2147483655" r:id="rId6"/>
    <p:sldLayoutId id="2147483658" r:id="rId7"/>
    <p:sldLayoutId id="2147483659" r:id="rId8"/>
  </p:sldLayoutIdLst>
  <p:hf hdr="0" dt="0"/>
  <p:txStyles>
    <p:titleStyle>
      <a:lvl1pPr algn="ctr" defTabSz="914400" rtl="0" eaLnBrk="1" latinLnBrk="0" hangingPunct="1">
        <a:lnSpc>
          <a:spcPct val="90000"/>
        </a:lnSpc>
        <a:spcBef>
          <a:spcPct val="0"/>
        </a:spcBef>
        <a:buNone/>
        <a:defRPr sz="32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ergio.dantonio@upm.e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hyperlink" Target="https://www.itu.int/en/ITU-D/Statistics/pages/facts/default.aspx"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hyperlink" Target="https://www.itu.int/en/ITU-D/Statistics/pages/facts/default.aspx" TargetMode="External"/><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C04329-78F3-4BF8-AE60-CD1CC9BD5B67}"/>
              </a:ext>
            </a:extLst>
          </p:cNvPr>
          <p:cNvSpPr>
            <a:spLocks noGrp="1"/>
          </p:cNvSpPr>
          <p:nvPr>
            <p:ph type="ctrTitle"/>
          </p:nvPr>
        </p:nvSpPr>
        <p:spPr/>
        <p:txBody>
          <a:bodyPr/>
          <a:lstStyle/>
          <a:p>
            <a:r>
              <a:rPr lang="es-ES" dirty="0"/>
              <a:t>Aspectos Éticos y Sociales</a:t>
            </a:r>
          </a:p>
        </p:txBody>
      </p:sp>
      <p:sp>
        <p:nvSpPr>
          <p:cNvPr id="3" name="Subtítulo 2">
            <a:extLst>
              <a:ext uri="{FF2B5EF4-FFF2-40B4-BE49-F238E27FC236}">
                <a16:creationId xmlns:a16="http://schemas.microsoft.com/office/drawing/2014/main" id="{F13CACE1-4D01-4E1D-B754-43F1E443484D}"/>
              </a:ext>
            </a:extLst>
          </p:cNvPr>
          <p:cNvSpPr>
            <a:spLocks noGrp="1"/>
          </p:cNvSpPr>
          <p:nvPr>
            <p:ph type="subTitle" idx="1"/>
          </p:nvPr>
        </p:nvSpPr>
        <p:spPr/>
        <p:txBody>
          <a:bodyPr>
            <a:normAutofit fontScale="77500" lnSpcReduction="20000"/>
          </a:bodyPr>
          <a:lstStyle/>
          <a:p>
            <a:r>
              <a:rPr lang="es-ES" altLang="es-ES" dirty="0">
                <a:ea typeface="ＭＳ Ｐゴシック" panose="020B0600070205080204" pitchFamily="34" charset="-128"/>
              </a:rPr>
              <a:t>Tema 3: Retos de las TIC</a:t>
            </a:r>
          </a:p>
          <a:p>
            <a:endParaRPr lang="es-ES" dirty="0">
              <a:ea typeface="ＭＳ Ｐゴシック" panose="020B0600070205080204" pitchFamily="34" charset="-128"/>
            </a:endParaRPr>
          </a:p>
          <a:p>
            <a:pPr>
              <a:defRPr/>
            </a:pPr>
            <a:r>
              <a:rPr lang="es-ES" altLang="es-ES" b="1" dirty="0">
                <a:ea typeface="ＭＳ Ｐゴシック" panose="020B0600070205080204" pitchFamily="34" charset="-128"/>
              </a:rPr>
              <a:t>PROFESORES</a:t>
            </a:r>
            <a:r>
              <a:rPr lang="es-ES" altLang="es-ES" dirty="0">
                <a:ea typeface="ＭＳ Ｐゴシック" panose="020B0600070205080204" pitchFamily="34" charset="-128"/>
              </a:rPr>
              <a:t>: Celia Fernández Aller, Sergio </a:t>
            </a:r>
            <a:r>
              <a:rPr lang="es-ES" altLang="es-ES" dirty="0" err="1">
                <a:ea typeface="ＭＳ Ｐゴシック" panose="020B0600070205080204" pitchFamily="34" charset="-128"/>
              </a:rPr>
              <a:t>D’Antonio</a:t>
            </a:r>
            <a:r>
              <a:rPr lang="es-ES" altLang="es-ES" dirty="0">
                <a:ea typeface="ＭＳ Ｐゴシック" panose="020B0600070205080204" pitchFamily="34" charset="-128"/>
              </a:rPr>
              <a:t> </a:t>
            </a:r>
            <a:r>
              <a:rPr lang="es-ES" altLang="es-ES" dirty="0" err="1">
                <a:ea typeface="ＭＳ Ｐゴシック" panose="020B0600070205080204" pitchFamily="34" charset="-128"/>
              </a:rPr>
              <a:t>Maceiras</a:t>
            </a:r>
            <a:endParaRPr lang="es-ES" altLang="es-ES" dirty="0">
              <a:ea typeface="ＭＳ Ｐゴシック" panose="020B0600070205080204" pitchFamily="34" charset="-128"/>
            </a:endParaRPr>
          </a:p>
          <a:p>
            <a:pPr>
              <a:defRPr/>
            </a:pPr>
            <a:endParaRPr lang="es-ES" altLang="es-ES" sz="2800" dirty="0">
              <a:ea typeface="ＭＳ Ｐゴシック" panose="020B0600070205080204" pitchFamily="34" charset="-128"/>
            </a:endParaRPr>
          </a:p>
          <a:p>
            <a:pPr>
              <a:defRPr/>
            </a:pPr>
            <a:r>
              <a:rPr lang="es-ES" altLang="es-ES" dirty="0">
                <a:ea typeface="ＭＳ Ｐゴシック" panose="020B0600070205080204" pitchFamily="34" charset="-128"/>
              </a:rPr>
              <a:t>Coordinador: Sergio </a:t>
            </a:r>
            <a:r>
              <a:rPr lang="es-ES" altLang="es-ES" dirty="0" err="1">
                <a:ea typeface="ＭＳ Ｐゴシック" panose="020B0600070205080204" pitchFamily="34" charset="-128"/>
              </a:rPr>
              <a:t>D’Antonio</a:t>
            </a:r>
            <a:r>
              <a:rPr lang="es-ES" altLang="es-ES" dirty="0">
                <a:ea typeface="ＭＳ Ｐゴシック" panose="020B0600070205080204" pitchFamily="34" charset="-128"/>
              </a:rPr>
              <a:t> </a:t>
            </a:r>
            <a:r>
              <a:rPr lang="es-ES" altLang="es-ES" dirty="0" err="1">
                <a:ea typeface="ＭＳ Ｐゴシック" panose="020B0600070205080204" pitchFamily="34" charset="-128"/>
              </a:rPr>
              <a:t>Maceiras</a:t>
            </a:r>
            <a:r>
              <a:rPr lang="es-ES" altLang="es-ES" dirty="0">
                <a:ea typeface="ＭＳ Ｐゴシック" panose="020B0600070205080204" pitchFamily="34" charset="-128"/>
              </a:rPr>
              <a:t> (</a:t>
            </a:r>
            <a:r>
              <a:rPr lang="es-ES" altLang="es-ES" dirty="0">
                <a:ea typeface="ＭＳ Ｐゴシック" panose="020B0600070205080204" pitchFamily="34" charset="-128"/>
                <a:hlinkClick r:id="rId3"/>
              </a:rPr>
              <a:t>sergio.dantonio@upm.es</a:t>
            </a:r>
            <a:r>
              <a:rPr lang="es-ES" altLang="es-ES" dirty="0">
                <a:ea typeface="ＭＳ Ｐゴシック" panose="020B0600070205080204" pitchFamily="34" charset="-128"/>
              </a:rPr>
              <a:t>)</a:t>
            </a:r>
          </a:p>
          <a:p>
            <a:pPr>
              <a:defRPr/>
            </a:pPr>
            <a:endParaRPr lang="es-ES" altLang="es-ES" dirty="0">
              <a:ea typeface="ＭＳ Ｐゴシック" panose="020B0600070205080204" pitchFamily="34" charset="-128"/>
            </a:endParaRPr>
          </a:p>
          <a:p>
            <a:endParaRPr lang="es-ES" dirty="0"/>
          </a:p>
        </p:txBody>
      </p:sp>
      <p:sp>
        <p:nvSpPr>
          <p:cNvPr id="5" name="Rectángulo 4"/>
          <p:cNvSpPr/>
          <p:nvPr/>
        </p:nvSpPr>
        <p:spPr>
          <a:xfrm>
            <a:off x="2613991" y="129210"/>
            <a:ext cx="8169966" cy="861774"/>
          </a:xfrm>
          <a:prstGeom prst="rect">
            <a:avLst/>
          </a:prstGeom>
        </p:spPr>
        <p:txBody>
          <a:bodyPr wrap="square">
            <a:spAutoFit/>
          </a:bodyPr>
          <a:lstStyle/>
          <a:p>
            <a:r>
              <a:rPr lang="es-ES" sz="3200" b="1" dirty="0">
                <a:solidFill>
                  <a:schemeClr val="bg1"/>
                </a:solidFill>
              </a:rPr>
              <a:t>Tema 3. Retos de las TIC. Brecha digital</a:t>
            </a:r>
            <a:br>
              <a:rPr lang="es-ES" b="1" dirty="0">
                <a:solidFill>
                  <a:schemeClr val="bg1"/>
                </a:solidFill>
              </a:rPr>
            </a:br>
            <a:endParaRPr lang="es-ES" dirty="0">
              <a:solidFill>
                <a:schemeClr val="bg1"/>
              </a:solidFill>
            </a:endParaRPr>
          </a:p>
        </p:txBody>
      </p:sp>
    </p:spTree>
    <p:extLst>
      <p:ext uri="{BB962C8B-B14F-4D97-AF65-F5344CB8AC3E}">
        <p14:creationId xmlns:p14="http://schemas.microsoft.com/office/powerpoint/2010/main" val="2574968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ítulo 1"/>
          <p:cNvSpPr>
            <a:spLocks noGrp="1" noChangeArrowheads="1"/>
          </p:cNvSpPr>
          <p:nvPr>
            <p:ph type="title"/>
          </p:nvPr>
        </p:nvSpPr>
        <p:spPr>
          <a:xfrm>
            <a:off x="734290" y="-126999"/>
            <a:ext cx="10605655" cy="700578"/>
          </a:xfrm>
        </p:spPr>
        <p:txBody>
          <a:bodyPr>
            <a:normAutofit fontScale="90000"/>
          </a:bodyPr>
          <a:lstStyle/>
          <a:p>
            <a:pPr>
              <a:tabLst>
                <a:tab pos="5207000" algn="l"/>
              </a:tabLst>
            </a:pPr>
            <a:br>
              <a:rPr lang="es-ES" b="1" dirty="0"/>
            </a:br>
            <a:br>
              <a:rPr lang="es-ES" b="1" dirty="0"/>
            </a:br>
            <a:r>
              <a:rPr lang="es-ES" sz="4400" b="1" dirty="0"/>
              <a:t>Brecha digital</a:t>
            </a:r>
            <a:br>
              <a:rPr lang="es-ES" sz="4400" b="1" dirty="0"/>
            </a:br>
            <a:endParaRPr lang="es-ES" altLang="es-ES" sz="4400" dirty="0"/>
          </a:p>
        </p:txBody>
      </p:sp>
      <p:sp>
        <p:nvSpPr>
          <p:cNvPr id="3" name="Marcador de contenido 2"/>
          <p:cNvSpPr>
            <a:spLocks noGrp="1"/>
          </p:cNvSpPr>
          <p:nvPr>
            <p:ph idx="1"/>
          </p:nvPr>
        </p:nvSpPr>
        <p:spPr>
          <a:xfrm>
            <a:off x="863600" y="720725"/>
            <a:ext cx="9551989" cy="5219700"/>
          </a:xfrm>
        </p:spPr>
        <p:txBody>
          <a:bodyPr/>
          <a:lstStyle/>
          <a:p>
            <a:pPr>
              <a:defRPr/>
            </a:pPr>
            <a:endParaRPr lang="es-ES" dirty="0"/>
          </a:p>
          <a:p>
            <a:pPr marL="0" indent="0">
              <a:buNone/>
              <a:defRPr/>
            </a:pPr>
            <a:r>
              <a:rPr lang="es-ES" sz="4000" dirty="0"/>
              <a:t>INDICE</a:t>
            </a:r>
          </a:p>
          <a:p>
            <a:pPr marL="0" indent="0">
              <a:buNone/>
              <a:defRPr/>
            </a:pPr>
            <a:endParaRPr lang="es-ES" sz="4000" dirty="0"/>
          </a:p>
          <a:p>
            <a:pPr marL="538162" lvl="1" indent="0">
              <a:buNone/>
              <a:defRPr/>
            </a:pPr>
            <a:r>
              <a:rPr lang="es-ES" sz="4000" dirty="0"/>
              <a:t>1. Situación actual y contexto </a:t>
            </a:r>
          </a:p>
          <a:p>
            <a:pPr marL="538162" lvl="1" indent="0">
              <a:buNone/>
              <a:defRPr/>
            </a:pPr>
            <a:r>
              <a:rPr lang="es-ES" sz="4000" dirty="0"/>
              <a:t>2. Concepto de brecha digital y causas</a:t>
            </a:r>
          </a:p>
          <a:p>
            <a:pPr marL="538162" lvl="1" indent="0">
              <a:buNone/>
              <a:defRPr/>
            </a:pPr>
            <a:r>
              <a:rPr lang="es-ES" sz="4000" dirty="0"/>
              <a:t>3. Medición de la brecha digital</a:t>
            </a:r>
          </a:p>
          <a:p>
            <a:pPr marL="538162" lvl="1" indent="0">
              <a:buNone/>
              <a:defRPr/>
            </a:pPr>
            <a:r>
              <a:rPr lang="es-ES" sz="3600" dirty="0"/>
              <a:t> </a:t>
            </a:r>
            <a:endParaRPr lang="es-ES" dirty="0"/>
          </a:p>
          <a:p>
            <a:pPr lvl="1">
              <a:defRPr/>
            </a:pPr>
            <a:endParaRPr lang="es-ES" dirty="0"/>
          </a:p>
          <a:p>
            <a:pPr marL="0" indent="0">
              <a:buNone/>
              <a:defRPr/>
            </a:pPr>
            <a:endParaRPr lang="es-ES" dirty="0"/>
          </a:p>
          <a:p>
            <a:pPr marL="0" indent="0">
              <a:buNone/>
              <a:defRPr/>
            </a:pPr>
            <a:endParaRPr lang="es-ES" sz="4000" dirty="0">
              <a:solidFill>
                <a:srgbClr val="FFC000"/>
              </a:solidFill>
            </a:endParaRPr>
          </a:p>
        </p:txBody>
      </p:sp>
      <p:sp>
        <p:nvSpPr>
          <p:cNvPr id="13316" name="Marcador de pie de página 3"/>
          <p:cNvSpPr>
            <a:spLocks noGrp="1"/>
          </p:cNvSpPr>
          <p:nvPr>
            <p:ph type="ftr" sz="quarter" idx="10"/>
          </p:nvPr>
        </p:nvSpPr>
        <p:spPr/>
        <p:txBody>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a:defRPr/>
            </a:pPr>
            <a:endParaRPr lang="es-ES" sz="1600" dirty="0">
              <a:solidFill>
                <a:schemeClr val="bg1"/>
              </a:solidFill>
              <a:ea typeface="+mn-ea"/>
            </a:endParaRPr>
          </a:p>
        </p:txBody>
      </p:sp>
    </p:spTree>
    <p:extLst>
      <p:ext uri="{BB962C8B-B14F-4D97-AF65-F5344CB8AC3E}">
        <p14:creationId xmlns:p14="http://schemas.microsoft.com/office/powerpoint/2010/main" val="3979525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6 Título"/>
          <p:cNvSpPr>
            <a:spLocks noGrp="1" noChangeArrowheads="1"/>
          </p:cNvSpPr>
          <p:nvPr>
            <p:ph type="title"/>
          </p:nvPr>
        </p:nvSpPr>
        <p:spPr/>
        <p:txBody>
          <a:bodyPr/>
          <a:lstStyle/>
          <a:p>
            <a:r>
              <a:rPr lang="es-ES" altLang="es-ES" dirty="0"/>
              <a:t> </a:t>
            </a:r>
            <a:r>
              <a:rPr lang="es-ES" altLang="es-ES" sz="2400" b="1" dirty="0">
                <a:solidFill>
                  <a:schemeClr val="tx1">
                    <a:lumMod val="95000"/>
                    <a:lumOff val="5000"/>
                  </a:schemeClr>
                </a:solidFill>
              </a:rPr>
              <a:t>1. Brecha Digital : Situación actual</a:t>
            </a:r>
          </a:p>
        </p:txBody>
      </p:sp>
      <p:sp>
        <p:nvSpPr>
          <p:cNvPr id="18435" name="Rectangle 5"/>
          <p:cNvSpPr>
            <a:spLocks noGrp="1" noChangeArrowheads="1"/>
          </p:cNvSpPr>
          <p:nvPr>
            <p:ph type="ftr" sz="quarter" idx="10"/>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r>
              <a:rPr lang="es-ES" altLang="es-ES" sz="1600" dirty="0">
                <a:solidFill>
                  <a:schemeClr val="bg1"/>
                </a:solidFill>
              </a:rPr>
              <a:t>  </a:t>
            </a:r>
            <a:endParaRPr lang="es-ES" altLang="es-ES" sz="1000" dirty="0">
              <a:solidFill>
                <a:schemeClr val="bg1"/>
              </a:solidFill>
            </a:endParaRPr>
          </a:p>
        </p:txBody>
      </p:sp>
      <p:sp>
        <p:nvSpPr>
          <p:cNvPr id="18437" name="CuadroTexto 2"/>
          <p:cNvSpPr txBox="1">
            <a:spLocks noChangeArrowheads="1"/>
          </p:cNvSpPr>
          <p:nvPr/>
        </p:nvSpPr>
        <p:spPr bwMode="auto">
          <a:xfrm>
            <a:off x="584199" y="1206500"/>
            <a:ext cx="11074401"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algn="just" eaLnBrk="1" hangingPunct="1">
              <a:spcBef>
                <a:spcPct val="0"/>
              </a:spcBef>
              <a:buClrTx/>
              <a:buFont typeface="Arial" panose="020B0604020202020204" pitchFamily="34" charset="0"/>
              <a:buChar char="•"/>
            </a:pPr>
            <a:r>
              <a:rPr lang="es-ES" altLang="es-ES" b="1" dirty="0">
                <a:latin typeface="+mn-lt"/>
              </a:rPr>
              <a:t>¿Qué cambios ha habido en las TIC?</a:t>
            </a:r>
          </a:p>
          <a:p>
            <a:pPr algn="just" eaLnBrk="1" hangingPunct="1">
              <a:spcBef>
                <a:spcPct val="0"/>
              </a:spcBef>
              <a:buClrTx/>
              <a:buFont typeface="Arial" panose="020B0604020202020204" pitchFamily="34" charset="0"/>
              <a:buChar char="•"/>
            </a:pPr>
            <a:endParaRPr lang="es-ES" altLang="es-ES" b="1" dirty="0">
              <a:latin typeface="+mn-lt"/>
            </a:endParaRPr>
          </a:p>
          <a:p>
            <a:pPr algn="just" eaLnBrk="1" hangingPunct="1">
              <a:spcBef>
                <a:spcPct val="0"/>
              </a:spcBef>
              <a:buClrTx/>
              <a:buFont typeface="Arial" panose="020B0604020202020204" pitchFamily="34" charset="0"/>
              <a:buChar char="•"/>
            </a:pPr>
            <a:endParaRPr lang="es-ES" altLang="es-ES" b="1" dirty="0">
              <a:latin typeface="+mn-lt"/>
            </a:endParaRPr>
          </a:p>
          <a:p>
            <a:pPr algn="just" eaLnBrk="1" hangingPunct="1">
              <a:spcBef>
                <a:spcPct val="0"/>
              </a:spcBef>
              <a:buClrTx/>
              <a:buFont typeface="Arial" panose="020B0604020202020204" pitchFamily="34" charset="0"/>
              <a:buChar char="•"/>
            </a:pPr>
            <a:r>
              <a:rPr lang="es-ES" altLang="es-ES" b="1" dirty="0">
                <a:latin typeface="+mn-lt"/>
              </a:rPr>
              <a:t>¿Qué impacto tienen en nuestro día a día?</a:t>
            </a:r>
          </a:p>
          <a:p>
            <a:pPr algn="just" eaLnBrk="1" hangingPunct="1">
              <a:spcBef>
                <a:spcPct val="0"/>
              </a:spcBef>
              <a:buClrTx/>
              <a:buFont typeface="Arial" panose="020B0604020202020204" pitchFamily="34" charset="0"/>
              <a:buChar char="•"/>
            </a:pPr>
            <a:endParaRPr lang="es-ES" altLang="es-ES" b="1" dirty="0">
              <a:latin typeface="+mn-lt"/>
            </a:endParaRPr>
          </a:p>
          <a:p>
            <a:pPr algn="just" eaLnBrk="1" hangingPunct="1">
              <a:spcBef>
                <a:spcPct val="0"/>
              </a:spcBef>
              <a:buClrTx/>
              <a:buFont typeface="Arial" panose="020B0604020202020204" pitchFamily="34" charset="0"/>
              <a:buChar char="•"/>
            </a:pPr>
            <a:endParaRPr lang="es-ES" altLang="es-ES" b="1" dirty="0">
              <a:latin typeface="+mn-lt"/>
            </a:endParaRPr>
          </a:p>
          <a:p>
            <a:pPr algn="just" eaLnBrk="1" hangingPunct="1">
              <a:spcBef>
                <a:spcPct val="0"/>
              </a:spcBef>
              <a:buClrTx/>
              <a:buFont typeface="Arial" panose="020B0604020202020204" pitchFamily="34" charset="0"/>
              <a:buChar char="•"/>
            </a:pPr>
            <a:r>
              <a:rPr lang="es-ES" altLang="es-ES" b="1" dirty="0">
                <a:latin typeface="+mn-lt"/>
              </a:rPr>
              <a:t>Estos cambios…¿se han desarrollado igual para todos?</a:t>
            </a:r>
          </a:p>
        </p:txBody>
      </p:sp>
    </p:spTree>
    <p:extLst>
      <p:ext uri="{BB962C8B-B14F-4D97-AF65-F5344CB8AC3E}">
        <p14:creationId xmlns:p14="http://schemas.microsoft.com/office/powerpoint/2010/main" val="1827674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6 Título"/>
          <p:cNvSpPr>
            <a:spLocks noGrp="1" noChangeArrowheads="1"/>
          </p:cNvSpPr>
          <p:nvPr>
            <p:ph type="title"/>
          </p:nvPr>
        </p:nvSpPr>
        <p:spPr/>
        <p:txBody>
          <a:bodyPr/>
          <a:lstStyle/>
          <a:p>
            <a:r>
              <a:rPr lang="es-ES" altLang="es-ES" dirty="0"/>
              <a:t> </a:t>
            </a:r>
            <a:r>
              <a:rPr lang="es-ES" altLang="es-ES" b="1" dirty="0"/>
              <a:t>Brecha Digital : Situación actual </a:t>
            </a:r>
          </a:p>
        </p:txBody>
      </p:sp>
      <p:sp>
        <p:nvSpPr>
          <p:cNvPr id="20483" name="Rectangle 5"/>
          <p:cNvSpPr>
            <a:spLocks noGrp="1" noChangeArrowheads="1"/>
          </p:cNvSpPr>
          <p:nvPr>
            <p:ph type="ftr" sz="quarter" idx="10"/>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r>
              <a:rPr lang="es-ES" altLang="es-ES" sz="1600" dirty="0">
                <a:solidFill>
                  <a:schemeClr val="bg1"/>
                </a:solidFill>
              </a:rPr>
              <a:t> </a:t>
            </a:r>
            <a:endParaRPr lang="es-ES" altLang="es-ES" sz="1000" dirty="0">
              <a:solidFill>
                <a:schemeClr val="bg1"/>
              </a:solidFill>
            </a:endParaRPr>
          </a:p>
        </p:txBody>
      </p:sp>
      <p:sp>
        <p:nvSpPr>
          <p:cNvPr id="20484" name="6 Rectángulo"/>
          <p:cNvSpPr>
            <a:spLocks noChangeArrowheads="1"/>
          </p:cNvSpPr>
          <p:nvPr/>
        </p:nvSpPr>
        <p:spPr bwMode="auto">
          <a:xfrm>
            <a:off x="482600" y="5876924"/>
            <a:ext cx="10718800" cy="1034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a:buNone/>
            </a:pPr>
            <a:r>
              <a:rPr lang="es-ES" sz="1800" b="1" i="0" u="none" strike="noStrike" baseline="0" dirty="0" err="1">
                <a:solidFill>
                  <a:srgbClr val="000000"/>
                </a:solidFill>
                <a:latin typeface="AvenirNext LT Pro Regular"/>
              </a:rPr>
              <a:t>Measuring</a:t>
            </a:r>
            <a:r>
              <a:rPr lang="es-ES" sz="1800" b="1" i="0" u="none" strike="noStrike" baseline="0" dirty="0">
                <a:solidFill>
                  <a:srgbClr val="000000"/>
                </a:solidFill>
                <a:latin typeface="AvenirNext LT Pro Regular"/>
              </a:rPr>
              <a:t> digital Development. </a:t>
            </a:r>
            <a:r>
              <a:rPr lang="es-ES" sz="1800" b="1" i="0" u="none" strike="noStrike" baseline="0" dirty="0" err="1">
                <a:solidFill>
                  <a:srgbClr val="000000"/>
                </a:solidFill>
                <a:latin typeface="AvenirNext LT Pro Medium"/>
              </a:rPr>
              <a:t>Facts</a:t>
            </a:r>
            <a:r>
              <a:rPr lang="es-ES" sz="1800" b="1" i="0" u="none" strike="noStrike" baseline="0" dirty="0">
                <a:solidFill>
                  <a:srgbClr val="000000"/>
                </a:solidFill>
                <a:latin typeface="AvenirNext LT Pro Medium"/>
              </a:rPr>
              <a:t> and Figures . </a:t>
            </a:r>
            <a:r>
              <a:rPr lang="es-ES" sz="1800" b="1" i="0" u="none" strike="noStrike" baseline="0" dirty="0">
                <a:solidFill>
                  <a:srgbClr val="000000"/>
                </a:solidFill>
                <a:latin typeface="AvenirNext LT Pro Regular"/>
              </a:rPr>
              <a:t>2024</a:t>
            </a:r>
          </a:p>
          <a:p>
            <a:pPr>
              <a:buNone/>
            </a:pPr>
            <a:r>
              <a:rPr lang="en-US" sz="1800" b="1" dirty="0">
                <a:hlinkClick r:id="rId3"/>
              </a:rPr>
              <a:t>https://www.itu.int/en/ITU-D/Statistics/pages/facts/default.aspx</a:t>
            </a:r>
            <a:endParaRPr lang="es-ES" sz="1800" b="1" dirty="0">
              <a:solidFill>
                <a:srgbClr val="000000"/>
              </a:solidFill>
              <a:latin typeface="AvenirNext LT Pro Regular"/>
            </a:endParaRPr>
          </a:p>
          <a:p>
            <a:pPr>
              <a:buNone/>
            </a:pPr>
            <a:endParaRPr lang="en-US" sz="1800" b="1" dirty="0"/>
          </a:p>
        </p:txBody>
      </p:sp>
      <p:sp>
        <p:nvSpPr>
          <p:cNvPr id="20485" name="CuadroTexto 2"/>
          <p:cNvSpPr txBox="1">
            <a:spLocks noChangeArrowheads="1"/>
          </p:cNvSpPr>
          <p:nvPr/>
        </p:nvSpPr>
        <p:spPr bwMode="auto">
          <a:xfrm>
            <a:off x="482600" y="1320800"/>
            <a:ext cx="11239500" cy="4315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r>
              <a:rPr lang="es-ES" altLang="es-ES" sz="2800" dirty="0">
                <a:latin typeface="Arial" panose="020B0604020202020204" pitchFamily="34" charset="0"/>
              </a:rPr>
              <a:t>El 96% de la población mundial está ya cubierta por una red de banda ancha móvil que permite el acceso a Internet</a:t>
            </a:r>
          </a:p>
          <a:p>
            <a:r>
              <a:rPr lang="es-ES" altLang="es-ES" dirty="0"/>
              <a:t>A</a:t>
            </a:r>
            <a:r>
              <a:rPr lang="es-ES" altLang="es-ES" sz="2800" dirty="0">
                <a:latin typeface="Arial" panose="020B0604020202020204" pitchFamily="34" charset="0"/>
              </a:rPr>
              <a:t> pesar del crecimiento constante del uso de Internet, un tercio de la humanidad sigue sin utilizarla</a:t>
            </a:r>
          </a:p>
          <a:p>
            <a:r>
              <a:rPr lang="es-ES" altLang="es-ES" sz="2800" dirty="0">
                <a:latin typeface="Arial" panose="020B0604020202020204" pitchFamily="34" charset="0"/>
              </a:rPr>
              <a:t>En 2023, los costes de Internet móvil en África eran 12 veces superiores a los de Europa, una diferencia que aumentó a 14 veces en 2024</a:t>
            </a:r>
          </a:p>
          <a:p>
            <a:endParaRPr lang="es-ES" altLang="es-ES" sz="2800" dirty="0">
              <a:latin typeface="Arial" panose="020B0604020202020204" pitchFamily="34" charset="0"/>
            </a:endParaRPr>
          </a:p>
          <a:p>
            <a:endParaRPr lang="es-ES" dirty="0"/>
          </a:p>
        </p:txBody>
      </p:sp>
    </p:spTree>
    <p:extLst>
      <p:ext uri="{BB962C8B-B14F-4D97-AF65-F5344CB8AC3E}">
        <p14:creationId xmlns:p14="http://schemas.microsoft.com/office/powerpoint/2010/main" val="1617186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t>Contexto de desigualdad</a:t>
            </a:r>
          </a:p>
        </p:txBody>
      </p:sp>
      <p:pic>
        <p:nvPicPr>
          <p:cNvPr id="6" name="Marcador de contenido 5"/>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99336" y="962024"/>
            <a:ext cx="4225464" cy="5617051"/>
          </a:xfrm>
        </p:spPr>
      </p:pic>
      <p:sp>
        <p:nvSpPr>
          <p:cNvPr id="4" name="Marcador de pie de página 3"/>
          <p:cNvSpPr>
            <a:spLocks noGrp="1"/>
          </p:cNvSpPr>
          <p:nvPr>
            <p:ph type="ftr" sz="quarter" idx="10"/>
          </p:nvPr>
        </p:nvSpPr>
        <p:spPr/>
        <p:txBody>
          <a:bodyPr/>
          <a:lstStyle/>
          <a:p>
            <a:pPr>
              <a:defRPr/>
            </a:pPr>
            <a:r>
              <a:rPr lang="es-ES" altLang="es-ES" dirty="0"/>
              <a:t>  </a:t>
            </a:r>
          </a:p>
        </p:txBody>
      </p:sp>
      <p:sp>
        <p:nvSpPr>
          <p:cNvPr id="5" name="Marcador de número de diapositiva 4"/>
          <p:cNvSpPr>
            <a:spLocks noGrp="1"/>
          </p:cNvSpPr>
          <p:nvPr>
            <p:ph type="sldNum" sz="quarter" idx="11"/>
          </p:nvPr>
        </p:nvSpPr>
        <p:spPr/>
        <p:txBody>
          <a:bodyPr/>
          <a:lstStyle/>
          <a:p>
            <a:fld id="{205C63E8-2913-4839-A857-6850C0149582}" type="slidenum">
              <a:rPr lang="es-ES" altLang="es-ES" smtClean="0"/>
              <a:pPr/>
              <a:t>5</a:t>
            </a:fld>
            <a:endParaRPr lang="es-ES" altLang="es-ES"/>
          </a:p>
        </p:txBody>
      </p:sp>
    </p:spTree>
    <p:extLst>
      <p:ext uri="{BB962C8B-B14F-4D97-AF65-F5344CB8AC3E}">
        <p14:creationId xmlns:p14="http://schemas.microsoft.com/office/powerpoint/2010/main" val="986537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6 Título"/>
          <p:cNvSpPr>
            <a:spLocks noGrp="1" noChangeArrowheads="1"/>
          </p:cNvSpPr>
          <p:nvPr>
            <p:ph type="title"/>
          </p:nvPr>
        </p:nvSpPr>
        <p:spPr/>
        <p:txBody>
          <a:bodyPr/>
          <a:lstStyle/>
          <a:p>
            <a:r>
              <a:rPr lang="es-ES" altLang="es-ES" dirty="0"/>
              <a:t> </a:t>
            </a:r>
            <a:r>
              <a:rPr lang="es-ES" altLang="es-ES" dirty="0">
                <a:solidFill>
                  <a:schemeClr val="tx1">
                    <a:lumMod val="95000"/>
                    <a:lumOff val="5000"/>
                  </a:schemeClr>
                </a:solidFill>
              </a:rPr>
              <a:t>2. </a:t>
            </a:r>
            <a:r>
              <a:rPr lang="es-ES" altLang="es-ES" b="1" dirty="0">
                <a:solidFill>
                  <a:schemeClr val="tx1">
                    <a:lumMod val="95000"/>
                    <a:lumOff val="5000"/>
                  </a:schemeClr>
                </a:solidFill>
              </a:rPr>
              <a:t>Brecha Digital: ¿qué es?</a:t>
            </a:r>
          </a:p>
        </p:txBody>
      </p:sp>
      <p:sp>
        <p:nvSpPr>
          <p:cNvPr id="6" name="Rectangle 7"/>
          <p:cNvSpPr txBox="1">
            <a:spLocks noChangeArrowheads="1"/>
          </p:cNvSpPr>
          <p:nvPr/>
        </p:nvSpPr>
        <p:spPr bwMode="auto">
          <a:xfrm>
            <a:off x="1774826" y="692151"/>
            <a:ext cx="8640763"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9375">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algn="ctr">
              <a:buFontTx/>
              <a:buNone/>
            </a:pPr>
            <a:r>
              <a:rPr lang="ja-JP" altLang="es-ES" sz="2000"/>
              <a:t>“</a:t>
            </a:r>
            <a:r>
              <a:rPr lang="es-ES" altLang="ja-JP" sz="2000" b="1">
                <a:solidFill>
                  <a:srgbClr val="CC0066"/>
                </a:solidFill>
              </a:rPr>
              <a:t>Diferencia</a:t>
            </a:r>
            <a:r>
              <a:rPr lang="es-ES" altLang="ja-JP" sz="2000">
                <a:solidFill>
                  <a:schemeClr val="tx1"/>
                </a:solidFill>
              </a:rPr>
              <a:t> </a:t>
            </a:r>
            <a:r>
              <a:rPr lang="es-ES" altLang="ja-JP" sz="2000"/>
              <a:t>entre individuos, hogares, empresas y zonas geográficas a distintos niveles socio-económicos en relación a sus oportunidades </a:t>
            </a:r>
            <a:r>
              <a:rPr lang="es-ES" altLang="ja-JP" sz="2000" b="1">
                <a:solidFill>
                  <a:srgbClr val="CC0066"/>
                </a:solidFill>
              </a:rPr>
              <a:t>para</a:t>
            </a:r>
            <a:r>
              <a:rPr lang="es-ES" altLang="ja-JP" sz="2000">
                <a:solidFill>
                  <a:srgbClr val="CC0066"/>
                </a:solidFill>
              </a:rPr>
              <a:t> </a:t>
            </a:r>
            <a:r>
              <a:rPr lang="es-ES" altLang="ja-JP" sz="2000" b="1">
                <a:solidFill>
                  <a:srgbClr val="CC0066"/>
                </a:solidFill>
              </a:rPr>
              <a:t>acceder</a:t>
            </a:r>
            <a:r>
              <a:rPr lang="es-ES" altLang="ja-JP" sz="2000">
                <a:solidFill>
                  <a:schemeClr val="tx1"/>
                </a:solidFill>
              </a:rPr>
              <a:t> </a:t>
            </a:r>
            <a:r>
              <a:rPr lang="es-ES" altLang="ja-JP" sz="2000"/>
              <a:t>a las TIC </a:t>
            </a:r>
            <a:r>
              <a:rPr lang="es-ES" altLang="ja-JP" sz="2000" b="1">
                <a:solidFill>
                  <a:srgbClr val="CC0066"/>
                </a:solidFill>
              </a:rPr>
              <a:t>y para usar</a:t>
            </a:r>
            <a:r>
              <a:rPr lang="es-ES" altLang="ja-JP" sz="2000" b="1">
                <a:solidFill>
                  <a:schemeClr val="tx1"/>
                </a:solidFill>
              </a:rPr>
              <a:t> </a:t>
            </a:r>
            <a:r>
              <a:rPr lang="es-ES" altLang="ja-JP" sz="2000"/>
              <a:t>internet para una extensa variedad de actividades</a:t>
            </a:r>
            <a:r>
              <a:rPr lang="ja-JP" altLang="es-ES" sz="2000"/>
              <a:t>”</a:t>
            </a:r>
            <a:r>
              <a:rPr lang="es-ES" altLang="ja-JP" sz="2000"/>
              <a:t>. OCDE, 2001</a:t>
            </a:r>
          </a:p>
          <a:p>
            <a:pPr>
              <a:buFontTx/>
              <a:buNone/>
            </a:pPr>
            <a:br>
              <a:rPr lang="es-ES_tradnl" altLang="es-ES" sz="2000">
                <a:solidFill>
                  <a:schemeClr val="tx1"/>
                </a:solidFill>
              </a:rPr>
            </a:br>
            <a:endParaRPr lang="es-ES" altLang="es-ES" sz="2000"/>
          </a:p>
        </p:txBody>
      </p:sp>
      <p:sp>
        <p:nvSpPr>
          <p:cNvPr id="40964" name="Rectangle 5"/>
          <p:cNvSpPr>
            <a:spLocks noGrp="1" noChangeArrowheads="1"/>
          </p:cNvSpPr>
          <p:nvPr>
            <p:ph type="ftr" sz="quarter" idx="10"/>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a:spcBef>
                <a:spcPct val="0"/>
              </a:spcBef>
              <a:buClrTx/>
              <a:buFont typeface="Wingdings" panose="05000000000000000000" pitchFamily="2" charset="2"/>
              <a:buNone/>
            </a:pPr>
            <a:r>
              <a:rPr lang="es-ES" altLang="es-ES" sz="1600" dirty="0">
                <a:solidFill>
                  <a:schemeClr val="bg1"/>
                </a:solidFill>
              </a:rPr>
              <a:t> </a:t>
            </a:r>
            <a:endParaRPr lang="es-ES" altLang="es-ES" sz="1000" dirty="0">
              <a:solidFill>
                <a:schemeClr val="bg1"/>
              </a:solidFill>
            </a:endParaRPr>
          </a:p>
        </p:txBody>
      </p:sp>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l="15030" t="26820" r="39011" b="24651"/>
          <a:stretch>
            <a:fillRect/>
          </a:stretch>
        </p:blipFill>
        <p:spPr bwMode="auto">
          <a:xfrm>
            <a:off x="2640014" y="2232026"/>
            <a:ext cx="6899275" cy="364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84381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blinds(horizontal)">
                                      <p:cBhvr>
                                        <p:cTn id="10" dur="500"/>
                                        <p:tgtEl>
                                          <p:spTgt spid="6">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6 Título"/>
          <p:cNvSpPr>
            <a:spLocks noGrp="1" noChangeArrowheads="1"/>
          </p:cNvSpPr>
          <p:nvPr>
            <p:ph type="title"/>
          </p:nvPr>
        </p:nvSpPr>
        <p:spPr/>
        <p:txBody>
          <a:bodyPr/>
          <a:lstStyle/>
          <a:p>
            <a:r>
              <a:rPr lang="es-ES" altLang="es-ES"/>
              <a:t> Brecha Digital: ¿qué es?</a:t>
            </a:r>
            <a:endParaRPr lang="es-ES" altLang="es-ES">
              <a:solidFill>
                <a:srgbClr val="FFC000"/>
              </a:solidFill>
            </a:endParaRPr>
          </a:p>
        </p:txBody>
      </p:sp>
      <p:sp>
        <p:nvSpPr>
          <p:cNvPr id="6" name="Rectangle 7"/>
          <p:cNvSpPr txBox="1">
            <a:spLocks noChangeArrowheads="1"/>
          </p:cNvSpPr>
          <p:nvPr/>
        </p:nvSpPr>
        <p:spPr bwMode="auto">
          <a:xfrm>
            <a:off x="1846263" y="1003300"/>
            <a:ext cx="8640762"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9375">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algn="ctr">
              <a:buFontTx/>
              <a:buNone/>
            </a:pPr>
            <a:r>
              <a:rPr lang="es-ES" altLang="ja-JP" b="1" dirty="0">
                <a:solidFill>
                  <a:srgbClr val="CC0066"/>
                </a:solidFill>
              </a:rPr>
              <a:t>Diferencias en el aprovechamiento </a:t>
            </a:r>
          </a:p>
          <a:p>
            <a:pPr algn="ctr">
              <a:buFontTx/>
              <a:buNone/>
            </a:pPr>
            <a:r>
              <a:rPr lang="es-ES" altLang="ja-JP" dirty="0"/>
              <a:t>de las oportunidades, y beneficios de las TIC </a:t>
            </a:r>
          </a:p>
          <a:p>
            <a:pPr>
              <a:buFontTx/>
              <a:buNone/>
            </a:pPr>
            <a:br>
              <a:rPr lang="es-ES_tradnl" altLang="es-ES" sz="2000" dirty="0">
                <a:solidFill>
                  <a:schemeClr val="tx1"/>
                </a:solidFill>
              </a:rPr>
            </a:br>
            <a:endParaRPr lang="es-ES" altLang="es-ES" sz="2000" dirty="0"/>
          </a:p>
        </p:txBody>
      </p:sp>
      <p:sp>
        <p:nvSpPr>
          <p:cNvPr id="43012" name="Rectangle 5"/>
          <p:cNvSpPr>
            <a:spLocks noGrp="1" noChangeArrowheads="1"/>
          </p:cNvSpPr>
          <p:nvPr>
            <p:ph type="ftr" sz="quarter" idx="10"/>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a:spcBef>
                <a:spcPct val="0"/>
              </a:spcBef>
              <a:buClrTx/>
              <a:buFont typeface="Wingdings" panose="05000000000000000000" pitchFamily="2" charset="2"/>
              <a:buNone/>
            </a:pPr>
            <a:endParaRPr lang="es-ES" altLang="es-ES" sz="1000" dirty="0">
              <a:solidFill>
                <a:schemeClr val="bg1"/>
              </a:solidFill>
            </a:endParaRPr>
          </a:p>
        </p:txBody>
      </p:sp>
      <p:pic>
        <p:nvPicPr>
          <p:cNvPr id="14343" name="Picture 7"/>
          <p:cNvPicPr>
            <a:picLocks noChangeAspect="1" noChangeArrowheads="1"/>
          </p:cNvPicPr>
          <p:nvPr/>
        </p:nvPicPr>
        <p:blipFill>
          <a:blip r:embed="rId3">
            <a:extLst>
              <a:ext uri="{28A0092B-C50C-407E-A947-70E740481C1C}">
                <a14:useLocalDpi xmlns:a14="http://schemas.microsoft.com/office/drawing/2010/main" val="0"/>
              </a:ext>
            </a:extLst>
          </a:blip>
          <a:srcRect l="13168" t="24496" r="40784" b="24651"/>
          <a:stretch>
            <a:fillRect/>
          </a:stretch>
        </p:blipFill>
        <p:spPr bwMode="auto">
          <a:xfrm>
            <a:off x="2711450" y="2362200"/>
            <a:ext cx="7258050" cy="415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04670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3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6 Título"/>
          <p:cNvSpPr>
            <a:spLocks noGrp="1" noChangeArrowheads="1"/>
          </p:cNvSpPr>
          <p:nvPr>
            <p:ph type="title"/>
          </p:nvPr>
        </p:nvSpPr>
        <p:spPr/>
        <p:txBody>
          <a:bodyPr/>
          <a:lstStyle/>
          <a:p>
            <a:r>
              <a:rPr lang="es-ES" altLang="es-ES" b="1" dirty="0"/>
              <a:t>Brecha Digital: ¿qué es?</a:t>
            </a:r>
            <a:endParaRPr lang="es-ES" altLang="es-ES" b="1" dirty="0">
              <a:solidFill>
                <a:srgbClr val="FFC000"/>
              </a:solidFill>
            </a:endParaRPr>
          </a:p>
        </p:txBody>
      </p:sp>
      <p:sp>
        <p:nvSpPr>
          <p:cNvPr id="6" name="Rectangle 7"/>
          <p:cNvSpPr txBox="1">
            <a:spLocks noChangeArrowheads="1"/>
          </p:cNvSpPr>
          <p:nvPr/>
        </p:nvSpPr>
        <p:spPr bwMode="auto">
          <a:xfrm>
            <a:off x="1774826" y="692150"/>
            <a:ext cx="8640763"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9375">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algn="ctr">
              <a:buFontTx/>
              <a:buNone/>
            </a:pPr>
            <a:r>
              <a:rPr lang="ja-JP" altLang="es-ES" sz="2000"/>
              <a:t>“</a:t>
            </a:r>
            <a:r>
              <a:rPr lang="es-ES" altLang="ja-JP" sz="2000"/>
              <a:t>…</a:t>
            </a:r>
            <a:r>
              <a:rPr lang="es-ES" altLang="ja-JP" sz="2000">
                <a:solidFill>
                  <a:schemeClr val="tx1"/>
                </a:solidFill>
              </a:rPr>
              <a:t> </a:t>
            </a:r>
            <a:r>
              <a:rPr lang="es-ES" altLang="ja-JP" sz="2000" b="1">
                <a:solidFill>
                  <a:srgbClr val="CC0066"/>
                </a:solidFill>
              </a:rPr>
              <a:t>desigualdades sociales</a:t>
            </a:r>
            <a:r>
              <a:rPr lang="es-ES" altLang="ja-JP" sz="2000">
                <a:solidFill>
                  <a:schemeClr val="tx1"/>
                </a:solidFill>
              </a:rPr>
              <a:t> </a:t>
            </a:r>
            <a:r>
              <a:rPr lang="es-ES" altLang="ja-JP" sz="2000"/>
              <a:t>que comienzan a surgir a medida que se desarrolla el uso de ordenadores y de internet</a:t>
            </a:r>
            <a:r>
              <a:rPr lang="ja-JP" altLang="es-ES" sz="2000"/>
              <a:t>” </a:t>
            </a:r>
            <a:endParaRPr lang="es-ES" altLang="ja-JP" sz="2000"/>
          </a:p>
          <a:p>
            <a:pPr algn="ctr">
              <a:buFontTx/>
              <a:buNone/>
            </a:pPr>
            <a:r>
              <a:rPr lang="es-ES" altLang="ja-JP" sz="2000"/>
              <a:t>F. Ballestero,</a:t>
            </a:r>
            <a:r>
              <a:rPr lang="ja-JP" altLang="es-ES" sz="2000"/>
              <a:t>“</a:t>
            </a:r>
            <a:r>
              <a:rPr lang="es-ES" altLang="ja-JP" sz="2000"/>
              <a:t>La Brecha Digital</a:t>
            </a:r>
            <a:r>
              <a:rPr lang="ja-JP" altLang="es-ES" sz="2000"/>
              <a:t>”</a:t>
            </a:r>
            <a:r>
              <a:rPr lang="es-ES" altLang="ja-JP" sz="2000"/>
              <a:t>, 2002</a:t>
            </a:r>
          </a:p>
          <a:p>
            <a:pPr>
              <a:buFontTx/>
              <a:buNone/>
            </a:pPr>
            <a:br>
              <a:rPr lang="es-ES_tradnl" altLang="es-ES" sz="2000">
                <a:solidFill>
                  <a:schemeClr val="tx1"/>
                </a:solidFill>
              </a:rPr>
            </a:br>
            <a:endParaRPr lang="es-ES" altLang="es-ES" sz="2000"/>
          </a:p>
        </p:txBody>
      </p:sp>
      <p:sp>
        <p:nvSpPr>
          <p:cNvPr id="45060" name="Rectangle 5"/>
          <p:cNvSpPr>
            <a:spLocks noGrp="1" noChangeArrowheads="1"/>
          </p:cNvSpPr>
          <p:nvPr>
            <p:ph type="ftr" sz="quarter" idx="10"/>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a:spcBef>
                <a:spcPct val="0"/>
              </a:spcBef>
              <a:buClrTx/>
              <a:buFont typeface="Wingdings" panose="05000000000000000000" pitchFamily="2" charset="2"/>
              <a:buNone/>
            </a:pPr>
            <a:endParaRPr lang="es-ES" altLang="es-ES" sz="1000" dirty="0">
              <a:solidFill>
                <a:schemeClr val="bg1"/>
              </a:solidFill>
            </a:endParaRPr>
          </a:p>
        </p:txBody>
      </p:sp>
      <p:sp>
        <p:nvSpPr>
          <p:cNvPr id="25606" name="6 Rectángulo"/>
          <p:cNvSpPr>
            <a:spLocks noChangeArrowheads="1"/>
          </p:cNvSpPr>
          <p:nvPr/>
        </p:nvSpPr>
        <p:spPr bwMode="auto">
          <a:xfrm>
            <a:off x="2063750" y="5805489"/>
            <a:ext cx="6985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eaLnBrk="1" hangingPunct="1">
              <a:spcBef>
                <a:spcPct val="0"/>
              </a:spcBef>
              <a:buClrTx/>
              <a:buFontTx/>
              <a:buNone/>
            </a:pPr>
            <a:r>
              <a:rPr lang="es-ES_tradnl" altLang="es-ES" sz="1800" b="1">
                <a:solidFill>
                  <a:schemeClr val="tx1"/>
                </a:solidFill>
                <a:cs typeface="Arial" panose="020B0604020202020204" pitchFamily="34" charset="0"/>
              </a:rPr>
              <a:t> </a:t>
            </a:r>
            <a:endParaRPr lang="es-ES" altLang="es-ES" sz="1800">
              <a:solidFill>
                <a:schemeClr val="tx1"/>
              </a:solidFill>
              <a:cs typeface="Arial" panose="020B0604020202020204" pitchFamily="34" charset="0"/>
            </a:endParaRPr>
          </a:p>
        </p:txBody>
      </p:sp>
      <p:sp>
        <p:nvSpPr>
          <p:cNvPr id="2" name="1 Flecha curvada hacia la izquierda"/>
          <p:cNvSpPr/>
          <p:nvPr/>
        </p:nvSpPr>
        <p:spPr>
          <a:xfrm rot="793078">
            <a:off x="8362951" y="2643189"/>
            <a:ext cx="1008063" cy="2376487"/>
          </a:xfrm>
          <a:prstGeom prst="curvedLeftArrow">
            <a:avLst/>
          </a:prstGeom>
          <a:solidFill>
            <a:srgbClr val="CC0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solidFill>
                <a:schemeClr val="tx1"/>
              </a:solidFill>
            </a:endParaRPr>
          </a:p>
        </p:txBody>
      </p:sp>
      <p:sp>
        <p:nvSpPr>
          <p:cNvPr id="45063" name="2 CuadroTexto"/>
          <p:cNvSpPr txBox="1">
            <a:spLocks noChangeArrowheads="1"/>
          </p:cNvSpPr>
          <p:nvPr/>
        </p:nvSpPr>
        <p:spPr bwMode="auto">
          <a:xfrm>
            <a:off x="4079875" y="2143126"/>
            <a:ext cx="4040188" cy="830263"/>
          </a:xfrm>
          <a:prstGeom prst="rect">
            <a:avLst/>
          </a:prstGeom>
          <a:noFill/>
          <a:ln w="9525">
            <a:solidFill>
              <a:srgbClr val="CC0066"/>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algn="ctr">
              <a:spcBef>
                <a:spcPct val="0"/>
              </a:spcBef>
              <a:buClrTx/>
              <a:buFontTx/>
              <a:buNone/>
            </a:pPr>
            <a:r>
              <a:rPr lang="es-ES" altLang="es-ES" sz="2400" dirty="0"/>
              <a:t>Desigualdades económicas </a:t>
            </a:r>
          </a:p>
          <a:p>
            <a:pPr algn="ctr">
              <a:spcBef>
                <a:spcPct val="0"/>
              </a:spcBef>
              <a:buClrTx/>
              <a:buFontTx/>
              <a:buNone/>
            </a:pPr>
            <a:r>
              <a:rPr lang="es-ES" altLang="es-ES" sz="2400" dirty="0"/>
              <a:t>y de educación</a:t>
            </a:r>
          </a:p>
        </p:txBody>
      </p:sp>
      <p:sp>
        <p:nvSpPr>
          <p:cNvPr id="45064" name="8 CuadroTexto"/>
          <p:cNvSpPr txBox="1">
            <a:spLocks noChangeArrowheads="1"/>
          </p:cNvSpPr>
          <p:nvPr/>
        </p:nvSpPr>
        <p:spPr bwMode="auto">
          <a:xfrm>
            <a:off x="5068889" y="4437063"/>
            <a:ext cx="2052637" cy="461962"/>
          </a:xfrm>
          <a:prstGeom prst="rect">
            <a:avLst/>
          </a:prstGeom>
          <a:noFill/>
          <a:ln w="9525">
            <a:solidFill>
              <a:srgbClr val="CC0066"/>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a:spcBef>
                <a:spcPct val="0"/>
              </a:spcBef>
              <a:buClrTx/>
              <a:buFontTx/>
              <a:buNone/>
            </a:pPr>
            <a:r>
              <a:rPr lang="es-ES" altLang="es-ES" sz="2400"/>
              <a:t>Brecha digital</a:t>
            </a:r>
          </a:p>
        </p:txBody>
      </p:sp>
      <p:sp>
        <p:nvSpPr>
          <p:cNvPr id="10" name="9 Flecha curvada hacia la izquierda"/>
          <p:cNvSpPr/>
          <p:nvPr/>
        </p:nvSpPr>
        <p:spPr>
          <a:xfrm rot="9841328">
            <a:off x="2949576" y="2616200"/>
            <a:ext cx="1008063" cy="2376488"/>
          </a:xfrm>
          <a:prstGeom prst="curvedLeftArrow">
            <a:avLst/>
          </a:prstGeom>
          <a:solidFill>
            <a:srgbClr val="CC0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solidFill>
                <a:schemeClr val="tx1"/>
              </a:solidFill>
            </a:endParaRPr>
          </a:p>
        </p:txBody>
      </p:sp>
    </p:spTree>
    <p:extLst>
      <p:ext uri="{BB962C8B-B14F-4D97-AF65-F5344CB8AC3E}">
        <p14:creationId xmlns:p14="http://schemas.microsoft.com/office/powerpoint/2010/main" val="5803179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6"/>
                                        </p:tgtEl>
                                        <p:attrNameLst>
                                          <p:attrName>style.visibility</p:attrName>
                                        </p:attrNameLst>
                                      </p:cBhvr>
                                      <p:to>
                                        <p:strVal val="visible"/>
                                      </p:to>
                                    </p:set>
                                    <p:animEffect transition="in" filter="blinds(horizontal)">
                                      <p:cBhvr>
                                        <p:cTn id="7" dur="500"/>
                                        <p:tgtEl>
                                          <p:spTgt spid="256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560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6 Título"/>
          <p:cNvSpPr>
            <a:spLocks noGrp="1" noChangeArrowheads="1"/>
          </p:cNvSpPr>
          <p:nvPr>
            <p:ph type="title"/>
          </p:nvPr>
        </p:nvSpPr>
        <p:spPr/>
        <p:txBody>
          <a:bodyPr/>
          <a:lstStyle/>
          <a:p>
            <a:r>
              <a:rPr lang="es-ES" altLang="es-ES" b="1" dirty="0"/>
              <a:t> Brecha digital: ¿Por qué es importante?</a:t>
            </a:r>
          </a:p>
        </p:txBody>
      </p:sp>
      <p:sp>
        <p:nvSpPr>
          <p:cNvPr id="47107" name="Rectangle 5"/>
          <p:cNvSpPr>
            <a:spLocks noGrp="1" noChangeArrowheads="1"/>
          </p:cNvSpPr>
          <p:nvPr>
            <p:ph type="ftr" sz="quarter" idx="10"/>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a:spcBef>
                <a:spcPct val="0"/>
              </a:spcBef>
              <a:buClrTx/>
              <a:buFontTx/>
              <a:buNone/>
            </a:pPr>
            <a:r>
              <a:rPr lang="es-ES" altLang="es-ES" sz="1600" dirty="0">
                <a:solidFill>
                  <a:schemeClr val="bg1"/>
                </a:solidFill>
              </a:rPr>
              <a:t> </a:t>
            </a:r>
            <a:endParaRPr lang="es-ES" altLang="es-ES" sz="1000" dirty="0">
              <a:solidFill>
                <a:schemeClr val="bg1"/>
              </a:solidFill>
            </a:endParaRPr>
          </a:p>
        </p:txBody>
      </p:sp>
      <p:sp>
        <p:nvSpPr>
          <p:cNvPr id="11" name="10 Rectángulo"/>
          <p:cNvSpPr>
            <a:spLocks noChangeArrowheads="1"/>
          </p:cNvSpPr>
          <p:nvPr/>
        </p:nvSpPr>
        <p:spPr bwMode="auto">
          <a:xfrm>
            <a:off x="4440238" y="2365375"/>
            <a:ext cx="6278562"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a:spcBef>
                <a:spcPct val="0"/>
              </a:spcBef>
              <a:buClrTx/>
              <a:buFontTx/>
              <a:buNone/>
            </a:pPr>
            <a:r>
              <a:rPr lang="es-ES" altLang="es-ES" sz="2000" b="1" dirty="0"/>
              <a:t>Meta 9.c</a:t>
            </a:r>
            <a:r>
              <a:rPr lang="es-ES" altLang="es-ES" sz="2000" dirty="0"/>
              <a:t> </a:t>
            </a:r>
          </a:p>
          <a:p>
            <a:pPr algn="just">
              <a:spcBef>
                <a:spcPct val="0"/>
              </a:spcBef>
              <a:buClrTx/>
              <a:buFontTx/>
              <a:buNone/>
            </a:pPr>
            <a:r>
              <a:rPr lang="es-ES" altLang="es-ES" sz="2000" dirty="0"/>
              <a:t>Aumentar significativamente el </a:t>
            </a:r>
            <a:r>
              <a:rPr lang="es-ES" altLang="es-ES" sz="2000" b="1" dirty="0">
                <a:solidFill>
                  <a:srgbClr val="CC0066"/>
                </a:solidFill>
              </a:rPr>
              <a:t>acceso a la tecnología de la información y las comunicaciones </a:t>
            </a:r>
            <a:r>
              <a:rPr lang="es-ES" altLang="es-ES" sz="2000" dirty="0"/>
              <a:t>y esforzarse por proporcionar </a:t>
            </a:r>
            <a:r>
              <a:rPr lang="es-ES" altLang="es-ES" sz="2000" b="1" dirty="0">
                <a:solidFill>
                  <a:srgbClr val="CC0066"/>
                </a:solidFill>
              </a:rPr>
              <a:t>acceso universal y asequible a Internet </a:t>
            </a:r>
            <a:r>
              <a:rPr lang="es-ES" altLang="es-ES" sz="2000" dirty="0"/>
              <a:t>en los países menos adelantados de aquí a 2020.</a:t>
            </a:r>
          </a:p>
        </p:txBody>
      </p:sp>
      <p:pic>
        <p:nvPicPr>
          <p:cNvPr id="12" name="11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51089" y="2365375"/>
            <a:ext cx="1989137" cy="198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44092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6 Título"/>
          <p:cNvSpPr>
            <a:spLocks noGrp="1" noChangeArrowheads="1"/>
          </p:cNvSpPr>
          <p:nvPr>
            <p:ph type="title"/>
          </p:nvPr>
        </p:nvSpPr>
        <p:spPr/>
        <p:txBody>
          <a:bodyPr/>
          <a:lstStyle/>
          <a:p>
            <a:r>
              <a:rPr lang="es-ES" altLang="es-ES" dirty="0"/>
              <a:t> </a:t>
            </a:r>
            <a:r>
              <a:rPr lang="es-ES" altLang="es-ES" b="1" dirty="0"/>
              <a:t>Brecha digital: Importancia de las capacidades</a:t>
            </a:r>
          </a:p>
        </p:txBody>
      </p:sp>
      <p:sp>
        <p:nvSpPr>
          <p:cNvPr id="49155" name="Rectangle 5"/>
          <p:cNvSpPr>
            <a:spLocks noGrp="1" noChangeArrowheads="1"/>
          </p:cNvSpPr>
          <p:nvPr>
            <p:ph type="ftr" sz="quarter" idx="10"/>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a:spcBef>
                <a:spcPct val="0"/>
              </a:spcBef>
              <a:buClrTx/>
              <a:buFont typeface="Wingdings" panose="05000000000000000000" pitchFamily="2" charset="2"/>
              <a:buNone/>
            </a:pPr>
            <a:r>
              <a:rPr lang="es-ES" altLang="es-ES" sz="1600" dirty="0">
                <a:solidFill>
                  <a:schemeClr val="bg1"/>
                </a:solidFill>
              </a:rPr>
              <a:t> </a:t>
            </a:r>
            <a:endParaRPr lang="es-ES" altLang="es-ES" sz="1000" dirty="0">
              <a:solidFill>
                <a:schemeClr val="bg1"/>
              </a:solidFill>
            </a:endParaRPr>
          </a:p>
        </p:txBody>
      </p:sp>
      <p:sp>
        <p:nvSpPr>
          <p:cNvPr id="4" name="3 Rectángulo"/>
          <p:cNvSpPr>
            <a:spLocks noChangeArrowheads="1"/>
          </p:cNvSpPr>
          <p:nvPr/>
        </p:nvSpPr>
        <p:spPr bwMode="auto">
          <a:xfrm>
            <a:off x="1770064" y="4457700"/>
            <a:ext cx="61563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a:spcBef>
                <a:spcPct val="0"/>
              </a:spcBef>
              <a:buClrTx/>
              <a:buFontTx/>
              <a:buNone/>
            </a:pPr>
            <a:r>
              <a:rPr lang="es-ES" altLang="es-ES" sz="1800" b="1"/>
              <a:t>Meta 5.b</a:t>
            </a:r>
            <a:r>
              <a:rPr lang="es-ES" altLang="es-ES" sz="1800"/>
              <a:t>  </a:t>
            </a:r>
            <a:r>
              <a:rPr lang="es-ES" altLang="es-ES" sz="1800" b="1">
                <a:solidFill>
                  <a:srgbClr val="CC0066"/>
                </a:solidFill>
              </a:rPr>
              <a:t>Mejorar el uso </a:t>
            </a:r>
            <a:r>
              <a:rPr lang="es-ES" altLang="es-ES" sz="1800"/>
              <a:t>de la tecnología instrumental, en particular la </a:t>
            </a:r>
            <a:r>
              <a:rPr lang="es-ES" altLang="es-ES" sz="1800" b="1">
                <a:solidFill>
                  <a:srgbClr val="CC0066"/>
                </a:solidFill>
              </a:rPr>
              <a:t>tecnología de la información y las comunicaciones</a:t>
            </a:r>
            <a:r>
              <a:rPr lang="es-ES" altLang="es-ES" sz="1800"/>
              <a:t>, para promover el </a:t>
            </a:r>
            <a:r>
              <a:rPr lang="es-ES" altLang="es-ES" sz="1800" b="1"/>
              <a:t>empoderamiento de las mujeres</a:t>
            </a:r>
          </a:p>
        </p:txBody>
      </p:sp>
      <p:pic>
        <p:nvPicPr>
          <p:cNvPr id="5" name="4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247064" y="3789364"/>
            <a:ext cx="2160587"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8" name="5 Rectángulo"/>
          <p:cNvSpPr>
            <a:spLocks noChangeArrowheads="1"/>
          </p:cNvSpPr>
          <p:nvPr/>
        </p:nvSpPr>
        <p:spPr bwMode="auto">
          <a:xfrm>
            <a:off x="4079875" y="854076"/>
            <a:ext cx="63373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a:spcBef>
                <a:spcPct val="0"/>
              </a:spcBef>
              <a:buClrTx/>
              <a:buFontTx/>
              <a:buNone/>
            </a:pPr>
            <a:r>
              <a:rPr lang="es-ES" altLang="es-ES" sz="1800" b="1"/>
              <a:t>Meta 4.4</a:t>
            </a:r>
            <a:r>
              <a:rPr lang="es-ES" altLang="es-ES" sz="1800"/>
              <a:t>  De aquí a 2030, aumentar considerablemente el número de jóvenes y adultos que tienen las </a:t>
            </a:r>
            <a:r>
              <a:rPr lang="es-ES" altLang="es-ES" sz="1800" b="1">
                <a:solidFill>
                  <a:srgbClr val="CC0066"/>
                </a:solidFill>
              </a:rPr>
              <a:t>competencias necesarias, en particular técnicas y profesionales</a:t>
            </a:r>
            <a:r>
              <a:rPr lang="es-ES" altLang="es-ES" sz="1800"/>
              <a:t>, para acceder al empleo, el trabajo decente y el emprendimiento</a:t>
            </a:r>
          </a:p>
          <a:p>
            <a:pPr>
              <a:spcBef>
                <a:spcPct val="0"/>
              </a:spcBef>
              <a:buClrTx/>
              <a:buFontTx/>
              <a:buNone/>
            </a:pPr>
            <a:r>
              <a:rPr lang="es-ES" altLang="es-ES" sz="1800" b="1"/>
              <a:t>Meta 4.b </a:t>
            </a:r>
            <a:r>
              <a:rPr lang="es-ES" altLang="es-ES" sz="1800"/>
              <a:t> […] aumentar considerablemente a nivel mundial el número de becas disponibles para </a:t>
            </a:r>
            <a:r>
              <a:rPr lang="es-ES" altLang="es-ES" sz="1800" b="1"/>
              <a:t>los países en desarrollo</a:t>
            </a:r>
            <a:r>
              <a:rPr lang="es-ES" altLang="es-ES" sz="1800"/>
              <a:t>, en particular […] </a:t>
            </a:r>
            <a:r>
              <a:rPr lang="es-ES" altLang="es-ES" sz="1800" b="1"/>
              <a:t>pequeños Estados insulares </a:t>
            </a:r>
            <a:r>
              <a:rPr lang="es-ES" altLang="es-ES" sz="1800"/>
              <a:t>[…], a fin de que sus estudiantes puedan matricularse en </a:t>
            </a:r>
            <a:r>
              <a:rPr lang="es-ES" altLang="es-ES" sz="1800" b="1">
                <a:solidFill>
                  <a:srgbClr val="CC0066"/>
                </a:solidFill>
              </a:rPr>
              <a:t>programas de </a:t>
            </a:r>
            <a:r>
              <a:rPr lang="es-ES" altLang="es-ES" sz="1800"/>
              <a:t>[…] </a:t>
            </a:r>
            <a:r>
              <a:rPr lang="es-ES" altLang="es-ES" sz="1800" b="1">
                <a:solidFill>
                  <a:srgbClr val="CC0066"/>
                </a:solidFill>
              </a:rPr>
              <a:t>tecnología de la información y las comunicaciones</a:t>
            </a:r>
            <a:r>
              <a:rPr lang="es-ES" altLang="es-ES" sz="1800"/>
              <a:t>, […]</a:t>
            </a:r>
          </a:p>
        </p:txBody>
      </p:sp>
      <p:pic>
        <p:nvPicPr>
          <p:cNvPr id="49159" name="6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774825" y="854076"/>
            <a:ext cx="2147888" cy="214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529191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1 Título"/>
          <p:cNvSpPr>
            <a:spLocks noGrp="1" noChangeArrowheads="1"/>
          </p:cNvSpPr>
          <p:nvPr>
            <p:ph type="title"/>
          </p:nvPr>
        </p:nvSpPr>
        <p:spPr/>
        <p:txBody>
          <a:bodyPr/>
          <a:lstStyle/>
          <a:p>
            <a:r>
              <a:rPr lang="es-ES" altLang="es-ES" b="1" dirty="0"/>
              <a:t>Brecha Digital: Factores determinantes, ¿por qué aparece?</a:t>
            </a:r>
          </a:p>
        </p:txBody>
      </p:sp>
      <p:sp>
        <p:nvSpPr>
          <p:cNvPr id="61443" name="Rectangle 3"/>
          <p:cNvSpPr txBox="1">
            <a:spLocks noChangeArrowheads="1"/>
          </p:cNvSpPr>
          <p:nvPr/>
        </p:nvSpPr>
        <p:spPr bwMode="auto">
          <a:xfrm>
            <a:off x="508000" y="836612"/>
            <a:ext cx="5691189" cy="4439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906463"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722438"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lvl="1"/>
            <a:r>
              <a:rPr lang="es-ES" altLang="es-ES" b="1" dirty="0">
                <a:solidFill>
                  <a:srgbClr val="CC0066"/>
                </a:solidFill>
              </a:rPr>
              <a:t>Económicos</a:t>
            </a:r>
          </a:p>
          <a:p>
            <a:pPr lvl="3"/>
            <a:r>
              <a:rPr lang="es-ES" altLang="es-ES" sz="2400" dirty="0"/>
              <a:t>infraestructura </a:t>
            </a:r>
          </a:p>
          <a:p>
            <a:pPr lvl="3"/>
            <a:r>
              <a:rPr lang="es-ES" altLang="es-ES" sz="2400" dirty="0"/>
              <a:t>Costes / niveles de renta</a:t>
            </a:r>
          </a:p>
          <a:p>
            <a:pPr lvl="1"/>
            <a:r>
              <a:rPr lang="es-ES" altLang="es-ES" b="1" dirty="0">
                <a:solidFill>
                  <a:srgbClr val="CC0066"/>
                </a:solidFill>
              </a:rPr>
              <a:t>Educativos, capacidades</a:t>
            </a:r>
          </a:p>
          <a:p>
            <a:pPr lvl="3"/>
            <a:r>
              <a:rPr lang="es-ES" altLang="es-ES" sz="2400" dirty="0"/>
              <a:t>Formación básica, alfabetización</a:t>
            </a:r>
          </a:p>
          <a:p>
            <a:pPr lvl="3"/>
            <a:r>
              <a:rPr lang="es-ES" altLang="es-ES" sz="2400" dirty="0"/>
              <a:t>Formación especializada</a:t>
            </a:r>
          </a:p>
          <a:p>
            <a:pPr lvl="3"/>
            <a:r>
              <a:rPr lang="es-ES" altLang="es-ES" sz="2400" dirty="0"/>
              <a:t>Contenidos</a:t>
            </a:r>
          </a:p>
          <a:p>
            <a:pPr lvl="3"/>
            <a:r>
              <a:rPr lang="es-ES" altLang="es-ES" sz="2400" dirty="0"/>
              <a:t>Idioma</a:t>
            </a:r>
          </a:p>
          <a:p>
            <a:pPr lvl="3"/>
            <a:r>
              <a:rPr lang="es-ES" altLang="es-ES" sz="2400" b="1" dirty="0"/>
              <a:t>Edad</a:t>
            </a:r>
          </a:p>
          <a:p>
            <a:pPr lvl="3"/>
            <a:r>
              <a:rPr lang="es-ES" altLang="es-ES" sz="2400" b="1" dirty="0"/>
              <a:t>Estereotipos</a:t>
            </a:r>
          </a:p>
          <a:p>
            <a:pPr lvl="1"/>
            <a:endParaRPr lang="es-ES" altLang="es-ES" dirty="0"/>
          </a:p>
        </p:txBody>
      </p:sp>
      <p:pic>
        <p:nvPicPr>
          <p:cNvPr id="61444" name="Picture 14" descr="TICenAfric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4000" y="5842000"/>
            <a:ext cx="7196667" cy="71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3"/>
          <p:cNvSpPr>
            <a:spLocks noChangeArrowheads="1"/>
          </p:cNvSpPr>
          <p:nvPr/>
        </p:nvSpPr>
        <p:spPr bwMode="auto">
          <a:xfrm>
            <a:off x="6199189" y="836613"/>
            <a:ext cx="5992811" cy="4439746"/>
          </a:xfrm>
          <a:prstGeom prst="rect">
            <a:avLst/>
          </a:prstGeom>
          <a:noFill/>
          <a:ln w="9525">
            <a:noFill/>
            <a:miter lim="800000"/>
            <a:headEnd/>
            <a:tailEnd/>
          </a:ln>
        </p:spPr>
        <p:txBody>
          <a:bodyPr/>
          <a:lstStyle>
            <a:lvl1pPr marL="342900" indent="-342900" eaLnBrk="0" hangingPunct="0">
              <a:defRPr sz="2400">
                <a:solidFill>
                  <a:schemeClr val="tx1"/>
                </a:solidFill>
                <a:latin typeface="Arial" panose="020B0604020202020204" pitchFamily="34" charset="0"/>
                <a:ea typeface="MS PGothic" panose="020B0600070205080204" pitchFamily="34" charset="-128"/>
              </a:defRPr>
            </a:lvl1pPr>
            <a:lvl2pPr marL="906463"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lvl="1">
              <a:spcBef>
                <a:spcPct val="20000"/>
              </a:spcBef>
              <a:buClr>
                <a:srgbClr val="000099"/>
              </a:buClr>
              <a:buFont typeface="Wingdings" panose="05000000000000000000" pitchFamily="2" charset="2"/>
              <a:buChar char="ü"/>
              <a:defRPr/>
            </a:pPr>
            <a:r>
              <a:rPr lang="es-ES" altLang="es-ES" b="1" dirty="0">
                <a:solidFill>
                  <a:srgbClr val="CC0066"/>
                </a:solidFill>
              </a:rPr>
              <a:t>Institucionales</a:t>
            </a:r>
          </a:p>
          <a:p>
            <a:pPr lvl="3">
              <a:spcBef>
                <a:spcPct val="20000"/>
              </a:spcBef>
              <a:buClr>
                <a:srgbClr val="000099"/>
              </a:buClr>
              <a:buFont typeface="Wingdings" panose="05000000000000000000" pitchFamily="2" charset="2"/>
              <a:buChar char="ü"/>
              <a:defRPr/>
            </a:pPr>
            <a:r>
              <a:rPr lang="es-ES" altLang="es-ES" dirty="0">
                <a:solidFill>
                  <a:schemeClr val="tx2"/>
                </a:solidFill>
              </a:rPr>
              <a:t>Niveles de libertad y participación</a:t>
            </a:r>
          </a:p>
          <a:p>
            <a:pPr lvl="3">
              <a:spcBef>
                <a:spcPct val="20000"/>
              </a:spcBef>
              <a:buClr>
                <a:srgbClr val="000099"/>
              </a:buClr>
              <a:buFont typeface="Wingdings" panose="05000000000000000000" pitchFamily="2" charset="2"/>
              <a:buChar char="ü"/>
              <a:defRPr/>
            </a:pPr>
            <a:r>
              <a:rPr lang="es-ES" altLang="es-ES" dirty="0">
                <a:solidFill>
                  <a:schemeClr val="tx2"/>
                </a:solidFill>
              </a:rPr>
              <a:t>Políticas públicas</a:t>
            </a:r>
          </a:p>
          <a:p>
            <a:pPr lvl="3">
              <a:spcBef>
                <a:spcPct val="20000"/>
              </a:spcBef>
              <a:buClr>
                <a:srgbClr val="000099"/>
              </a:buClr>
              <a:buFont typeface="Wingdings" panose="05000000000000000000" pitchFamily="2" charset="2"/>
              <a:buChar char="ü"/>
              <a:defRPr/>
            </a:pPr>
            <a:r>
              <a:rPr lang="es-ES" altLang="es-ES" dirty="0">
                <a:solidFill>
                  <a:schemeClr val="tx2"/>
                </a:solidFill>
              </a:rPr>
              <a:t>Marcos regulatorios</a:t>
            </a:r>
          </a:p>
          <a:p>
            <a:pPr lvl="3">
              <a:spcBef>
                <a:spcPct val="20000"/>
              </a:spcBef>
              <a:buClr>
                <a:srgbClr val="000099"/>
              </a:buClr>
              <a:buFont typeface="Wingdings" panose="05000000000000000000" pitchFamily="2" charset="2"/>
              <a:buChar char="ü"/>
              <a:defRPr/>
            </a:pPr>
            <a:r>
              <a:rPr lang="es-ES" altLang="es-ES" dirty="0">
                <a:solidFill>
                  <a:schemeClr val="tx2"/>
                </a:solidFill>
              </a:rPr>
              <a:t>Seguridad</a:t>
            </a:r>
          </a:p>
          <a:p>
            <a:pPr lvl="1">
              <a:spcBef>
                <a:spcPct val="20000"/>
              </a:spcBef>
              <a:buClr>
                <a:srgbClr val="000099"/>
              </a:buClr>
              <a:buFont typeface="Wingdings" panose="05000000000000000000" pitchFamily="2" charset="2"/>
              <a:buChar char="ü"/>
              <a:defRPr/>
            </a:pPr>
            <a:r>
              <a:rPr lang="es-ES" altLang="es-ES" b="1" dirty="0">
                <a:solidFill>
                  <a:srgbClr val="CC0066"/>
                </a:solidFill>
              </a:rPr>
              <a:t>Culturales</a:t>
            </a:r>
          </a:p>
          <a:p>
            <a:pPr lvl="3">
              <a:spcBef>
                <a:spcPct val="20000"/>
              </a:spcBef>
              <a:buClr>
                <a:srgbClr val="000099"/>
              </a:buClr>
              <a:buFont typeface="Wingdings" panose="05000000000000000000" pitchFamily="2" charset="2"/>
              <a:buChar char="ü"/>
              <a:defRPr/>
            </a:pPr>
            <a:r>
              <a:rPr lang="es-ES" altLang="es-ES" b="1" dirty="0">
                <a:solidFill>
                  <a:schemeClr val="tx2"/>
                </a:solidFill>
              </a:rPr>
              <a:t>Género</a:t>
            </a:r>
          </a:p>
          <a:p>
            <a:pPr lvl="1">
              <a:spcBef>
                <a:spcPct val="20000"/>
              </a:spcBef>
              <a:buClr>
                <a:srgbClr val="000099"/>
              </a:buClr>
              <a:buFont typeface="Wingdings" panose="05000000000000000000" pitchFamily="2" charset="2"/>
              <a:buChar char="ü"/>
              <a:defRPr/>
            </a:pPr>
            <a:r>
              <a:rPr lang="es-ES" altLang="es-ES" b="1" dirty="0">
                <a:solidFill>
                  <a:srgbClr val="CC0066"/>
                </a:solidFill>
              </a:rPr>
              <a:t>Geográficos</a:t>
            </a:r>
          </a:p>
          <a:p>
            <a:pPr lvl="3">
              <a:spcBef>
                <a:spcPct val="20000"/>
              </a:spcBef>
              <a:buClr>
                <a:srgbClr val="000099"/>
              </a:buClr>
              <a:buFont typeface="Wingdings" panose="05000000000000000000" pitchFamily="2" charset="2"/>
              <a:buChar char="ü"/>
              <a:defRPr/>
            </a:pPr>
            <a:r>
              <a:rPr lang="es-ES" altLang="es-ES" b="1" dirty="0">
                <a:solidFill>
                  <a:schemeClr val="tx2"/>
                </a:solidFill>
              </a:rPr>
              <a:t>Zonas aisladas</a:t>
            </a:r>
          </a:p>
          <a:p>
            <a:pPr lvl="3">
              <a:spcBef>
                <a:spcPct val="20000"/>
              </a:spcBef>
              <a:buClr>
                <a:srgbClr val="000099"/>
              </a:buClr>
              <a:buFont typeface="Wingdings" panose="05000000000000000000" pitchFamily="2" charset="2"/>
              <a:buChar char="ü"/>
              <a:defRPr/>
            </a:pPr>
            <a:endParaRPr lang="es-ES" altLang="es-ES" sz="2000" dirty="0">
              <a:solidFill>
                <a:schemeClr val="tx2"/>
              </a:solidFill>
            </a:endParaRPr>
          </a:p>
          <a:p>
            <a:pPr lvl="1">
              <a:lnSpc>
                <a:spcPct val="80000"/>
              </a:lnSpc>
              <a:spcBef>
                <a:spcPct val="20000"/>
              </a:spcBef>
              <a:buClr>
                <a:srgbClr val="000099"/>
              </a:buClr>
              <a:buFont typeface="Wingdings" panose="05000000000000000000" pitchFamily="2" charset="2"/>
              <a:buChar char="ü"/>
              <a:defRPr/>
            </a:pPr>
            <a:endParaRPr lang="es-ES" altLang="es-ES" sz="1600" dirty="0">
              <a:solidFill>
                <a:schemeClr val="tx2"/>
              </a:solidFill>
              <a:effectLst>
                <a:outerShdw blurRad="38100" dist="38100" dir="2700000" algn="tl">
                  <a:srgbClr val="C0C0C0"/>
                </a:outerShdw>
              </a:effectLst>
            </a:endParaRPr>
          </a:p>
        </p:txBody>
      </p:sp>
      <p:sp>
        <p:nvSpPr>
          <p:cNvPr id="61446" name="Rectangle 5"/>
          <p:cNvSpPr>
            <a:spLocks noGrp="1" noChangeArrowheads="1"/>
          </p:cNvSpPr>
          <p:nvPr>
            <p:ph type="ftr" sz="quarter" idx="10"/>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a:spcBef>
                <a:spcPct val="0"/>
              </a:spcBef>
              <a:buClrTx/>
              <a:buFont typeface="Wingdings" panose="05000000000000000000" pitchFamily="2" charset="2"/>
              <a:buNone/>
            </a:pPr>
            <a:r>
              <a:rPr lang="es-ES" altLang="es-ES" sz="1600" dirty="0">
                <a:solidFill>
                  <a:schemeClr val="bg1"/>
                </a:solidFill>
              </a:rPr>
              <a:t> </a:t>
            </a:r>
            <a:endParaRPr lang="es-ES" altLang="es-ES" sz="1000" dirty="0">
              <a:solidFill>
                <a:schemeClr val="bg1"/>
              </a:solidFill>
            </a:endParaRPr>
          </a:p>
        </p:txBody>
      </p:sp>
    </p:spTree>
    <p:extLst>
      <p:ext uri="{BB962C8B-B14F-4D97-AF65-F5344CB8AC3E}">
        <p14:creationId xmlns:p14="http://schemas.microsoft.com/office/powerpoint/2010/main" val="410946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6 Título"/>
          <p:cNvSpPr>
            <a:spLocks noGrp="1" noChangeArrowheads="1"/>
          </p:cNvSpPr>
          <p:nvPr>
            <p:ph type="title"/>
          </p:nvPr>
        </p:nvSpPr>
        <p:spPr>
          <a:xfrm>
            <a:off x="1022684" y="-28575"/>
            <a:ext cx="10470816" cy="389522"/>
          </a:xfrm>
        </p:spPr>
        <p:txBody>
          <a:bodyPr>
            <a:normAutofit fontScale="90000"/>
          </a:bodyPr>
          <a:lstStyle/>
          <a:p>
            <a:r>
              <a:rPr lang="es-ES" altLang="es-ES" dirty="0"/>
              <a:t> </a:t>
            </a:r>
            <a:br>
              <a:rPr lang="es-ES" altLang="es-ES" dirty="0"/>
            </a:br>
            <a:r>
              <a:rPr lang="es-ES" altLang="es-ES" b="1" dirty="0"/>
              <a:t>Evolución usuarios de internet</a:t>
            </a:r>
          </a:p>
        </p:txBody>
      </p:sp>
      <p:sp>
        <p:nvSpPr>
          <p:cNvPr id="26627" name="Rectangle 5"/>
          <p:cNvSpPr>
            <a:spLocks noGrp="1" noChangeArrowheads="1"/>
          </p:cNvSpPr>
          <p:nvPr>
            <p:ph type="ftr" sz="quarter" idx="10"/>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r>
              <a:rPr lang="es-ES" altLang="es-ES" sz="1600" dirty="0">
                <a:solidFill>
                  <a:schemeClr val="bg1"/>
                </a:solidFill>
              </a:rPr>
              <a:t> </a:t>
            </a:r>
            <a:endParaRPr lang="es-ES" altLang="es-ES" sz="1000" dirty="0">
              <a:solidFill>
                <a:schemeClr val="bg1"/>
              </a:solidFill>
            </a:endParaRPr>
          </a:p>
        </p:txBody>
      </p:sp>
      <p:sp>
        <p:nvSpPr>
          <p:cNvPr id="3" name="Rectángulo 2"/>
          <p:cNvSpPr/>
          <p:nvPr/>
        </p:nvSpPr>
        <p:spPr>
          <a:xfrm>
            <a:off x="222423" y="2916195"/>
            <a:ext cx="11271078" cy="3693319"/>
          </a:xfrm>
          <a:prstGeom prst="rect">
            <a:avLst/>
          </a:prstGeom>
        </p:spPr>
        <p:txBody>
          <a:bodyPr wrap="square">
            <a:spAutoFit/>
          </a:bodyPr>
          <a:lstStyle/>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endParaRPr lang="es-ES" altLang="es-ES" dirty="0"/>
          </a:p>
          <a:p>
            <a:pPr>
              <a:buNone/>
            </a:pPr>
            <a:r>
              <a:rPr lang="es-ES" sz="1800" b="1" i="0" u="none" strike="noStrike" baseline="0" dirty="0" err="1">
                <a:solidFill>
                  <a:srgbClr val="000000"/>
                </a:solidFill>
                <a:latin typeface="AvenirNext LT Pro Regular"/>
              </a:rPr>
              <a:t>Measuring</a:t>
            </a:r>
            <a:r>
              <a:rPr lang="es-ES" sz="1800" b="1" i="0" u="none" strike="noStrike" baseline="0" dirty="0">
                <a:solidFill>
                  <a:srgbClr val="000000"/>
                </a:solidFill>
                <a:latin typeface="AvenirNext LT Pro Regular"/>
              </a:rPr>
              <a:t> digital Development. </a:t>
            </a:r>
            <a:r>
              <a:rPr lang="es-ES" sz="1800" b="1" i="0" u="none" strike="noStrike" baseline="0" dirty="0" err="1">
                <a:solidFill>
                  <a:srgbClr val="000000"/>
                </a:solidFill>
                <a:latin typeface="AvenirNext LT Pro Medium"/>
              </a:rPr>
              <a:t>Facts</a:t>
            </a:r>
            <a:r>
              <a:rPr lang="es-ES" sz="1800" b="1" i="0" u="none" strike="noStrike" baseline="0" dirty="0">
                <a:solidFill>
                  <a:srgbClr val="000000"/>
                </a:solidFill>
                <a:latin typeface="AvenirNext LT Pro Medium"/>
              </a:rPr>
              <a:t> and Figures . </a:t>
            </a:r>
            <a:r>
              <a:rPr lang="es-ES" sz="1800" b="1" i="0" u="none" strike="noStrike" baseline="0" dirty="0">
                <a:solidFill>
                  <a:srgbClr val="000000"/>
                </a:solidFill>
                <a:latin typeface="AvenirNext LT Pro Regular"/>
              </a:rPr>
              <a:t>2024</a:t>
            </a:r>
          </a:p>
          <a:p>
            <a:pPr>
              <a:buNone/>
            </a:pPr>
            <a:r>
              <a:rPr lang="en-US" sz="1800" b="1" dirty="0">
                <a:hlinkClick r:id="rId3"/>
              </a:rPr>
              <a:t>https://www.itu.int/en/ITU-D/Statistics/pages/facts/default.aspx</a:t>
            </a:r>
            <a:endParaRPr lang="es-ES" sz="1800" b="1" dirty="0">
              <a:solidFill>
                <a:srgbClr val="000000"/>
              </a:solidFill>
              <a:latin typeface="AvenirNext LT Pro Regular"/>
            </a:endParaRPr>
          </a:p>
        </p:txBody>
      </p:sp>
      <p:pic>
        <p:nvPicPr>
          <p:cNvPr id="5" name="Imagen 4">
            <a:extLst>
              <a:ext uri="{FF2B5EF4-FFF2-40B4-BE49-F238E27FC236}">
                <a16:creationId xmlns:a16="http://schemas.microsoft.com/office/drawing/2014/main" id="{1CC85501-91B5-3696-4DD2-28162ED7B80E}"/>
              </a:ext>
            </a:extLst>
          </p:cNvPr>
          <p:cNvPicPr>
            <a:picLocks noChangeAspect="1"/>
          </p:cNvPicPr>
          <p:nvPr/>
        </p:nvPicPr>
        <p:blipFill>
          <a:blip r:embed="rId4"/>
          <a:srcRect l="27342" t="13319" r="33352" b="16047"/>
          <a:stretch/>
        </p:blipFill>
        <p:spPr>
          <a:xfrm>
            <a:off x="3285068" y="760385"/>
            <a:ext cx="5063066" cy="4776815"/>
          </a:xfrm>
          <a:prstGeom prst="rect">
            <a:avLst/>
          </a:prstGeom>
        </p:spPr>
      </p:pic>
    </p:spTree>
    <p:extLst>
      <p:ext uri="{BB962C8B-B14F-4D97-AF65-F5344CB8AC3E}">
        <p14:creationId xmlns:p14="http://schemas.microsoft.com/office/powerpoint/2010/main" val="4180334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6 Título"/>
          <p:cNvSpPr>
            <a:spLocks noGrp="1" noChangeArrowheads="1"/>
          </p:cNvSpPr>
          <p:nvPr>
            <p:ph type="title"/>
          </p:nvPr>
        </p:nvSpPr>
        <p:spPr>
          <a:xfrm>
            <a:off x="1524000" y="-28575"/>
            <a:ext cx="9144000" cy="522288"/>
          </a:xfrm>
        </p:spPr>
        <p:txBody>
          <a:bodyPr>
            <a:normAutofit fontScale="90000"/>
          </a:bodyPr>
          <a:lstStyle/>
          <a:p>
            <a:r>
              <a:rPr lang="es-ES" altLang="es-ES" dirty="0"/>
              <a:t> D</a:t>
            </a:r>
            <a:r>
              <a:rPr lang="es-ES" altLang="es-ES" b="1" dirty="0"/>
              <a:t>ivergencias por </a:t>
            </a:r>
            <a:r>
              <a:rPr lang="es-ES" altLang="es-ES" b="1" dirty="0">
                <a:solidFill>
                  <a:srgbClr val="FF0000"/>
                </a:solidFill>
              </a:rPr>
              <a:t>género</a:t>
            </a:r>
          </a:p>
        </p:txBody>
      </p:sp>
      <p:sp>
        <p:nvSpPr>
          <p:cNvPr id="34819" name="Rectangle 5"/>
          <p:cNvSpPr>
            <a:spLocks noGrp="1" noChangeArrowheads="1"/>
          </p:cNvSpPr>
          <p:nvPr>
            <p:ph type="ftr" sz="quarter" idx="10"/>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endParaRPr lang="es-ES" altLang="es-ES" sz="1000" dirty="0">
              <a:solidFill>
                <a:schemeClr val="bg1"/>
              </a:solidFill>
            </a:endParaRPr>
          </a:p>
        </p:txBody>
      </p:sp>
      <p:pic>
        <p:nvPicPr>
          <p:cNvPr id="2" name="Imagen 1"/>
          <p:cNvPicPr>
            <a:picLocks noChangeAspect="1"/>
          </p:cNvPicPr>
          <p:nvPr/>
        </p:nvPicPr>
        <p:blipFill>
          <a:blip r:embed="rId3"/>
          <a:stretch>
            <a:fillRect/>
          </a:stretch>
        </p:blipFill>
        <p:spPr>
          <a:xfrm>
            <a:off x="3404937" y="773450"/>
            <a:ext cx="5366084" cy="5073897"/>
          </a:xfrm>
          <a:prstGeom prst="rect">
            <a:avLst/>
          </a:prstGeom>
        </p:spPr>
      </p:pic>
      <p:sp>
        <p:nvSpPr>
          <p:cNvPr id="3" name="Rectángulo 2"/>
          <p:cNvSpPr/>
          <p:nvPr/>
        </p:nvSpPr>
        <p:spPr>
          <a:xfrm>
            <a:off x="667265" y="3244334"/>
            <a:ext cx="10762735" cy="3139321"/>
          </a:xfrm>
          <a:prstGeom prst="rect">
            <a:avLst/>
          </a:prstGeom>
        </p:spPr>
        <p:txBody>
          <a:bodyPr wrap="square">
            <a:spAutoFit/>
          </a:bodyPr>
          <a:lstStyle/>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r>
              <a:rPr lang="es-ES" altLang="es-ES" dirty="0"/>
              <a:t>ITU (2024) </a:t>
            </a:r>
            <a:r>
              <a:rPr lang="es-ES" altLang="es-ES" dirty="0" err="1"/>
              <a:t>Measuring</a:t>
            </a:r>
            <a:r>
              <a:rPr lang="es-ES" altLang="es-ES" dirty="0"/>
              <a:t> digital </a:t>
            </a:r>
            <a:r>
              <a:rPr lang="es-ES" altLang="es-ES" dirty="0" err="1"/>
              <a:t>development</a:t>
            </a:r>
            <a:r>
              <a:rPr lang="es-ES" altLang="es-ES" dirty="0"/>
              <a:t>. </a:t>
            </a:r>
            <a:r>
              <a:rPr lang="es-ES" altLang="es-ES" b="1" dirty="0" err="1"/>
              <a:t>Facts</a:t>
            </a:r>
            <a:r>
              <a:rPr lang="es-ES" altLang="es-ES" b="1" dirty="0"/>
              <a:t> and figures</a:t>
            </a:r>
          </a:p>
        </p:txBody>
      </p:sp>
    </p:spTree>
    <p:extLst>
      <p:ext uri="{BB962C8B-B14F-4D97-AF65-F5344CB8AC3E}">
        <p14:creationId xmlns:p14="http://schemas.microsoft.com/office/powerpoint/2010/main" val="1861542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tLang="es-ES" dirty="0"/>
              <a:t> D</a:t>
            </a:r>
            <a:r>
              <a:rPr lang="es-ES" altLang="es-ES" b="1" dirty="0"/>
              <a:t>ivergencias por género</a:t>
            </a:r>
            <a:endParaRPr lang="es-ES" dirty="0"/>
          </a:p>
        </p:txBody>
      </p:sp>
      <p:pic>
        <p:nvPicPr>
          <p:cNvPr id="6" name="Marcador de contenido 5"/>
          <p:cNvPicPr>
            <a:picLocks noGrp="1" noChangeAspect="1"/>
          </p:cNvPicPr>
          <p:nvPr>
            <p:ph idx="1"/>
          </p:nvPr>
        </p:nvPicPr>
        <p:blipFill>
          <a:blip r:embed="rId2"/>
          <a:stretch>
            <a:fillRect/>
          </a:stretch>
        </p:blipFill>
        <p:spPr>
          <a:xfrm>
            <a:off x="3546764" y="961308"/>
            <a:ext cx="5660402" cy="5395043"/>
          </a:xfrm>
          <a:prstGeom prst="rect">
            <a:avLst/>
          </a:prstGeom>
        </p:spPr>
      </p:pic>
      <p:sp>
        <p:nvSpPr>
          <p:cNvPr id="4" name="Marcador de pie de página 3"/>
          <p:cNvSpPr>
            <a:spLocks noGrp="1"/>
          </p:cNvSpPr>
          <p:nvPr>
            <p:ph type="ftr" sz="quarter" idx="10"/>
          </p:nvPr>
        </p:nvSpPr>
        <p:spPr/>
        <p:txBody>
          <a:bodyPr/>
          <a:lstStyle/>
          <a:p>
            <a:pPr>
              <a:defRPr/>
            </a:pPr>
            <a:r>
              <a:rPr lang="es-ES" altLang="es-ES" dirty="0"/>
              <a:t> </a:t>
            </a:r>
          </a:p>
        </p:txBody>
      </p:sp>
      <p:sp>
        <p:nvSpPr>
          <p:cNvPr id="5" name="Marcador de número de diapositiva 4"/>
          <p:cNvSpPr>
            <a:spLocks noGrp="1"/>
          </p:cNvSpPr>
          <p:nvPr>
            <p:ph type="sldNum" sz="quarter" idx="11"/>
          </p:nvPr>
        </p:nvSpPr>
        <p:spPr/>
        <p:txBody>
          <a:bodyPr/>
          <a:lstStyle/>
          <a:p>
            <a:fld id="{205C63E8-2913-4839-A857-6850C0149582}" type="slidenum">
              <a:rPr lang="es-ES" altLang="es-ES" smtClean="0"/>
              <a:pPr/>
              <a:t>14</a:t>
            </a:fld>
            <a:endParaRPr lang="es-ES" altLang="es-ES"/>
          </a:p>
        </p:txBody>
      </p:sp>
    </p:spTree>
    <p:extLst>
      <p:ext uri="{BB962C8B-B14F-4D97-AF65-F5344CB8AC3E}">
        <p14:creationId xmlns:p14="http://schemas.microsoft.com/office/powerpoint/2010/main" val="1363791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6 Título"/>
          <p:cNvSpPr>
            <a:spLocks noGrp="1" noChangeArrowheads="1"/>
          </p:cNvSpPr>
          <p:nvPr>
            <p:ph type="title"/>
          </p:nvPr>
        </p:nvSpPr>
        <p:spPr>
          <a:xfrm>
            <a:off x="1524000" y="-15875"/>
            <a:ext cx="9144000" cy="523875"/>
          </a:xfrm>
        </p:spPr>
        <p:txBody>
          <a:bodyPr>
            <a:normAutofit fontScale="90000"/>
          </a:bodyPr>
          <a:lstStyle/>
          <a:p>
            <a:r>
              <a:rPr lang="es-ES" altLang="es-ES" b="1" dirty="0"/>
              <a:t>Capacidades digitales: diferencias por </a:t>
            </a:r>
            <a:r>
              <a:rPr lang="es-ES" altLang="es-ES" b="1" dirty="0">
                <a:solidFill>
                  <a:srgbClr val="FF0000"/>
                </a:solidFill>
              </a:rPr>
              <a:t>edad</a:t>
            </a:r>
          </a:p>
        </p:txBody>
      </p:sp>
      <p:sp>
        <p:nvSpPr>
          <p:cNvPr id="36867" name="Rectangle 5"/>
          <p:cNvSpPr>
            <a:spLocks noGrp="1" noChangeArrowheads="1"/>
          </p:cNvSpPr>
          <p:nvPr>
            <p:ph type="ftr" sz="quarter" idx="10"/>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a:spcBef>
                <a:spcPct val="0"/>
              </a:spcBef>
              <a:buClrTx/>
              <a:buFont typeface="Wingdings" panose="05000000000000000000" pitchFamily="2" charset="2"/>
              <a:buNone/>
            </a:pPr>
            <a:r>
              <a:rPr lang="es-ES" altLang="es-ES" sz="1600" dirty="0">
                <a:solidFill>
                  <a:schemeClr val="bg1"/>
                </a:solidFill>
              </a:rPr>
              <a:t>- 4</a:t>
            </a:r>
            <a:endParaRPr lang="es-ES" altLang="es-ES" sz="1000" dirty="0">
              <a:solidFill>
                <a:schemeClr val="bg1"/>
              </a:solidFill>
            </a:endParaRPr>
          </a:p>
        </p:txBody>
      </p:sp>
      <p:pic>
        <p:nvPicPr>
          <p:cNvPr id="4" name="Imagen 3"/>
          <p:cNvPicPr>
            <a:picLocks noChangeAspect="1"/>
          </p:cNvPicPr>
          <p:nvPr/>
        </p:nvPicPr>
        <p:blipFill>
          <a:blip r:embed="rId3"/>
          <a:stretch>
            <a:fillRect/>
          </a:stretch>
        </p:blipFill>
        <p:spPr>
          <a:xfrm>
            <a:off x="2874674" y="874366"/>
            <a:ext cx="6442651" cy="5109267"/>
          </a:xfrm>
          <a:prstGeom prst="rect">
            <a:avLst/>
          </a:prstGeom>
        </p:spPr>
      </p:pic>
      <p:pic>
        <p:nvPicPr>
          <p:cNvPr id="5" name="Imagen 4">
            <a:extLst>
              <a:ext uri="{FF2B5EF4-FFF2-40B4-BE49-F238E27FC236}">
                <a16:creationId xmlns:a16="http://schemas.microsoft.com/office/drawing/2014/main" id="{DA4CCE5A-A20F-1BD7-3C73-CB8A2A1D4EB6}"/>
              </a:ext>
            </a:extLst>
          </p:cNvPr>
          <p:cNvPicPr>
            <a:picLocks noChangeAspect="1"/>
          </p:cNvPicPr>
          <p:nvPr/>
        </p:nvPicPr>
        <p:blipFill>
          <a:blip r:embed="rId4"/>
          <a:srcRect l="20429" t="11758" r="26728" b="272"/>
          <a:stretch/>
        </p:blipFill>
        <p:spPr>
          <a:xfrm>
            <a:off x="2598820" y="998620"/>
            <a:ext cx="6442651" cy="5630779"/>
          </a:xfrm>
          <a:prstGeom prst="rect">
            <a:avLst/>
          </a:prstGeom>
        </p:spPr>
      </p:pic>
    </p:spTree>
    <p:extLst>
      <p:ext uri="{BB962C8B-B14F-4D97-AF65-F5344CB8AC3E}">
        <p14:creationId xmlns:p14="http://schemas.microsoft.com/office/powerpoint/2010/main" val="911089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6 Título"/>
          <p:cNvSpPr>
            <a:spLocks noGrp="1" noChangeArrowheads="1"/>
          </p:cNvSpPr>
          <p:nvPr>
            <p:ph type="title"/>
          </p:nvPr>
        </p:nvSpPr>
        <p:spPr>
          <a:xfrm>
            <a:off x="1524000" y="-15875"/>
            <a:ext cx="9144000" cy="523875"/>
          </a:xfrm>
        </p:spPr>
        <p:txBody>
          <a:bodyPr>
            <a:normAutofit fontScale="90000"/>
          </a:bodyPr>
          <a:lstStyle/>
          <a:p>
            <a:r>
              <a:rPr lang="es-ES" altLang="es-ES" b="1" dirty="0"/>
              <a:t>Diferencias </a:t>
            </a:r>
            <a:r>
              <a:rPr lang="es-ES" altLang="es-ES" b="1" dirty="0">
                <a:solidFill>
                  <a:srgbClr val="FF0000"/>
                </a:solidFill>
              </a:rPr>
              <a:t>geográficas (rural/urbano)</a:t>
            </a:r>
            <a:r>
              <a:rPr lang="es-ES" altLang="es-ES" b="1" dirty="0"/>
              <a:t> de acceso a Internet</a:t>
            </a:r>
            <a:endParaRPr lang="es-ES" altLang="es-ES" b="1" dirty="0">
              <a:solidFill>
                <a:srgbClr val="FFC000"/>
              </a:solidFill>
            </a:endParaRPr>
          </a:p>
        </p:txBody>
      </p:sp>
      <p:sp>
        <p:nvSpPr>
          <p:cNvPr id="38915" name="Rectangle 5"/>
          <p:cNvSpPr>
            <a:spLocks noGrp="1" noChangeArrowheads="1"/>
          </p:cNvSpPr>
          <p:nvPr>
            <p:ph type="ftr" sz="quarter" idx="10"/>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a:spcBef>
                <a:spcPct val="0"/>
              </a:spcBef>
              <a:buClrTx/>
              <a:buFont typeface="Wingdings" panose="05000000000000000000" pitchFamily="2" charset="2"/>
              <a:buNone/>
            </a:pPr>
            <a:endParaRPr lang="es-ES" altLang="es-ES" sz="1000" dirty="0">
              <a:solidFill>
                <a:schemeClr val="bg1"/>
              </a:solidFill>
            </a:endParaRPr>
          </a:p>
        </p:txBody>
      </p:sp>
      <p:pic>
        <p:nvPicPr>
          <p:cNvPr id="8" name="Imagen 7">
            <a:extLst>
              <a:ext uri="{FF2B5EF4-FFF2-40B4-BE49-F238E27FC236}">
                <a16:creationId xmlns:a16="http://schemas.microsoft.com/office/drawing/2014/main" id="{3AE6397C-C68B-16A7-60D8-C4600140CCAC}"/>
              </a:ext>
            </a:extLst>
          </p:cNvPr>
          <p:cNvPicPr>
            <a:picLocks noChangeAspect="1"/>
          </p:cNvPicPr>
          <p:nvPr/>
        </p:nvPicPr>
        <p:blipFill>
          <a:blip r:embed="rId3"/>
          <a:srcRect l="28750" t="21958" r="35139" b="7937"/>
          <a:stretch/>
        </p:blipFill>
        <p:spPr>
          <a:xfrm>
            <a:off x="2298033" y="860343"/>
            <a:ext cx="7772400" cy="5709789"/>
          </a:xfrm>
          <a:prstGeom prst="rect">
            <a:avLst/>
          </a:prstGeom>
        </p:spPr>
      </p:pic>
    </p:spTree>
    <p:extLst>
      <p:ext uri="{BB962C8B-B14F-4D97-AF65-F5344CB8AC3E}">
        <p14:creationId xmlns:p14="http://schemas.microsoft.com/office/powerpoint/2010/main" val="23203667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4933" y="-1"/>
            <a:ext cx="10815012" cy="1371601"/>
          </a:xfrm>
        </p:spPr>
        <p:txBody>
          <a:bodyPr>
            <a:normAutofit fontScale="90000"/>
          </a:bodyPr>
          <a:lstStyle/>
          <a:p>
            <a:r>
              <a:rPr lang="es-ES" b="1" dirty="0">
                <a:solidFill>
                  <a:srgbClr val="FF0000"/>
                </a:solidFill>
              </a:rPr>
              <a:t>Cobertura de red </a:t>
            </a:r>
            <a:r>
              <a:rPr lang="es-ES" b="1" dirty="0"/>
              <a:t>móvil</a:t>
            </a:r>
            <a:br>
              <a:rPr lang="es-ES" b="1" dirty="0"/>
            </a:br>
            <a:br>
              <a:rPr lang="es-ES" b="1" dirty="0"/>
            </a:br>
            <a:endParaRPr lang="es-ES" b="1" dirty="0"/>
          </a:p>
        </p:txBody>
      </p:sp>
      <p:pic>
        <p:nvPicPr>
          <p:cNvPr id="6" name="Marcador de contenido 5"/>
          <p:cNvPicPr>
            <a:picLocks noGrp="1" noChangeAspect="1"/>
          </p:cNvPicPr>
          <p:nvPr>
            <p:ph idx="1"/>
          </p:nvPr>
        </p:nvPicPr>
        <p:blipFill>
          <a:blip r:embed="rId2"/>
          <a:stretch>
            <a:fillRect/>
          </a:stretch>
        </p:blipFill>
        <p:spPr>
          <a:xfrm>
            <a:off x="3150612" y="974725"/>
            <a:ext cx="6158536" cy="5219700"/>
          </a:xfrm>
          <a:prstGeom prst="rect">
            <a:avLst/>
          </a:prstGeom>
        </p:spPr>
      </p:pic>
      <p:sp>
        <p:nvSpPr>
          <p:cNvPr id="4" name="Marcador de pie de página 3"/>
          <p:cNvSpPr>
            <a:spLocks noGrp="1"/>
          </p:cNvSpPr>
          <p:nvPr>
            <p:ph type="ftr" sz="quarter" idx="10"/>
          </p:nvPr>
        </p:nvSpPr>
        <p:spPr/>
        <p:txBody>
          <a:bodyPr/>
          <a:lstStyle/>
          <a:p>
            <a:pPr>
              <a:defRPr/>
            </a:pPr>
            <a:r>
              <a:rPr lang="es-ES" altLang="es-ES" dirty="0"/>
              <a:t> </a:t>
            </a:r>
          </a:p>
        </p:txBody>
      </p:sp>
      <p:sp>
        <p:nvSpPr>
          <p:cNvPr id="5" name="Marcador de número de diapositiva 4"/>
          <p:cNvSpPr>
            <a:spLocks noGrp="1"/>
          </p:cNvSpPr>
          <p:nvPr>
            <p:ph type="sldNum" sz="quarter" idx="11"/>
          </p:nvPr>
        </p:nvSpPr>
        <p:spPr/>
        <p:txBody>
          <a:bodyPr/>
          <a:lstStyle/>
          <a:p>
            <a:fld id="{205C63E8-2913-4839-A857-6850C0149582}" type="slidenum">
              <a:rPr lang="es-ES" altLang="es-ES" smtClean="0"/>
              <a:pPr/>
              <a:t>17</a:t>
            </a:fld>
            <a:endParaRPr lang="es-ES" altLang="es-ES"/>
          </a:p>
        </p:txBody>
      </p:sp>
    </p:spTree>
    <p:extLst>
      <p:ext uri="{BB962C8B-B14F-4D97-AF65-F5344CB8AC3E}">
        <p14:creationId xmlns:p14="http://schemas.microsoft.com/office/powerpoint/2010/main" val="29739564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72C362-2E60-801D-15AA-74C2D3E13CEA}"/>
              </a:ext>
            </a:extLst>
          </p:cNvPr>
          <p:cNvSpPr>
            <a:spLocks noGrp="1"/>
          </p:cNvSpPr>
          <p:nvPr>
            <p:ph type="title"/>
          </p:nvPr>
        </p:nvSpPr>
        <p:spPr/>
        <p:txBody>
          <a:bodyPr/>
          <a:lstStyle/>
          <a:p>
            <a:endParaRPr lang="es-ES"/>
          </a:p>
        </p:txBody>
      </p:sp>
      <p:pic>
        <p:nvPicPr>
          <p:cNvPr id="7" name="Marcador de contenido 6">
            <a:extLst>
              <a:ext uri="{FF2B5EF4-FFF2-40B4-BE49-F238E27FC236}">
                <a16:creationId xmlns:a16="http://schemas.microsoft.com/office/drawing/2014/main" id="{D4A81586-B3AF-0656-53B5-0C3C3F05F03E}"/>
              </a:ext>
            </a:extLst>
          </p:cNvPr>
          <p:cNvPicPr>
            <a:picLocks noGrp="1" noChangeAspect="1"/>
          </p:cNvPicPr>
          <p:nvPr>
            <p:ph idx="1"/>
          </p:nvPr>
        </p:nvPicPr>
        <p:blipFill>
          <a:blip r:embed="rId2"/>
          <a:srcRect l="22084" t="24148" r="27843"/>
          <a:stretch/>
        </p:blipFill>
        <p:spPr>
          <a:xfrm>
            <a:off x="3318932" y="982133"/>
            <a:ext cx="6234643" cy="5374218"/>
          </a:xfrm>
        </p:spPr>
      </p:pic>
      <p:sp>
        <p:nvSpPr>
          <p:cNvPr id="4" name="Marcador de pie de página 3">
            <a:extLst>
              <a:ext uri="{FF2B5EF4-FFF2-40B4-BE49-F238E27FC236}">
                <a16:creationId xmlns:a16="http://schemas.microsoft.com/office/drawing/2014/main" id="{869F2EC9-8A2D-5AEE-AF1D-CC2F9F68877E}"/>
              </a:ext>
            </a:extLst>
          </p:cNvPr>
          <p:cNvSpPr>
            <a:spLocks noGrp="1"/>
          </p:cNvSpPr>
          <p:nvPr>
            <p:ph type="ftr" sz="quarter" idx="10"/>
          </p:nvPr>
        </p:nvSpPr>
        <p:spPr/>
        <p:txBody>
          <a:bodyPr/>
          <a:lstStyle/>
          <a:p>
            <a:pPr>
              <a:defRPr/>
            </a:pPr>
            <a:r>
              <a:rPr lang="es-ES" altLang="es-ES"/>
              <a:t> AES. Tema 4. Brecha Digital - 4</a:t>
            </a:r>
          </a:p>
        </p:txBody>
      </p:sp>
      <p:sp>
        <p:nvSpPr>
          <p:cNvPr id="5" name="Marcador de número de diapositiva 4">
            <a:extLst>
              <a:ext uri="{FF2B5EF4-FFF2-40B4-BE49-F238E27FC236}">
                <a16:creationId xmlns:a16="http://schemas.microsoft.com/office/drawing/2014/main" id="{679569F6-D01A-C898-FA5D-B84F492DB587}"/>
              </a:ext>
            </a:extLst>
          </p:cNvPr>
          <p:cNvSpPr>
            <a:spLocks noGrp="1"/>
          </p:cNvSpPr>
          <p:nvPr>
            <p:ph type="sldNum" sz="quarter" idx="11"/>
          </p:nvPr>
        </p:nvSpPr>
        <p:spPr/>
        <p:txBody>
          <a:bodyPr/>
          <a:lstStyle/>
          <a:p>
            <a:fld id="{205C63E8-2913-4839-A857-6850C0149582}" type="slidenum">
              <a:rPr lang="es-ES" altLang="es-ES" smtClean="0"/>
              <a:pPr/>
              <a:t>18</a:t>
            </a:fld>
            <a:endParaRPr lang="es-ES" altLang="es-ES"/>
          </a:p>
        </p:txBody>
      </p:sp>
    </p:spTree>
    <p:extLst>
      <p:ext uri="{BB962C8B-B14F-4D97-AF65-F5344CB8AC3E}">
        <p14:creationId xmlns:p14="http://schemas.microsoft.com/office/powerpoint/2010/main" val="3086737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ítulo 1"/>
          <p:cNvSpPr>
            <a:spLocks noGrp="1" noChangeArrowheads="1"/>
          </p:cNvSpPr>
          <p:nvPr>
            <p:ph type="title"/>
          </p:nvPr>
        </p:nvSpPr>
        <p:spPr/>
        <p:txBody>
          <a:bodyPr/>
          <a:lstStyle/>
          <a:p>
            <a:r>
              <a:rPr lang="es-ES" altLang="es-ES" dirty="0"/>
              <a:t> </a:t>
            </a:r>
            <a:r>
              <a:rPr lang="es-ES" altLang="es-ES" b="1" dirty="0"/>
              <a:t>Usuarios de Internet por </a:t>
            </a:r>
            <a:r>
              <a:rPr lang="es-ES" altLang="es-ES" b="1" dirty="0">
                <a:solidFill>
                  <a:srgbClr val="FF0000"/>
                </a:solidFill>
              </a:rPr>
              <a:t>región</a:t>
            </a:r>
          </a:p>
        </p:txBody>
      </p:sp>
      <p:sp>
        <p:nvSpPr>
          <p:cNvPr id="21507" name="Marcador de pie de página 3"/>
          <p:cNvSpPr>
            <a:spLocks noGrp="1"/>
          </p:cNvSpPr>
          <p:nvPr>
            <p:ph type="ftr" sz="quarter" idx="10"/>
          </p:nvPr>
        </p:nvSpPr>
        <p:spPr/>
        <p:txBody>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a:defRPr/>
            </a:pPr>
            <a:r>
              <a:rPr lang="es-ES" sz="1600" dirty="0">
                <a:solidFill>
                  <a:schemeClr val="bg1"/>
                </a:solidFill>
                <a:ea typeface="+mn-ea"/>
              </a:rPr>
              <a:t> </a:t>
            </a:r>
          </a:p>
        </p:txBody>
      </p:sp>
      <p:sp>
        <p:nvSpPr>
          <p:cNvPr id="4" name="Rectángulo 3"/>
          <p:cNvSpPr/>
          <p:nvPr/>
        </p:nvSpPr>
        <p:spPr>
          <a:xfrm>
            <a:off x="259492" y="3244334"/>
            <a:ext cx="8760770" cy="3139321"/>
          </a:xfrm>
          <a:prstGeom prst="rect">
            <a:avLst/>
          </a:prstGeom>
        </p:spPr>
        <p:txBody>
          <a:bodyPr wrap="square">
            <a:spAutoFit/>
          </a:bodyPr>
          <a:lstStyle/>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endParaRPr lang="es-ES" altLang="es-ES" dirty="0"/>
          </a:p>
          <a:p>
            <a:pPr>
              <a:spcBef>
                <a:spcPct val="0"/>
              </a:spcBef>
              <a:buClrTx/>
              <a:buFontTx/>
              <a:buNone/>
            </a:pPr>
            <a:r>
              <a:rPr lang="es-ES" altLang="es-ES" dirty="0"/>
              <a:t> </a:t>
            </a:r>
            <a:endParaRPr lang="es-ES" altLang="es-ES" b="1" dirty="0"/>
          </a:p>
        </p:txBody>
      </p:sp>
      <p:pic>
        <p:nvPicPr>
          <p:cNvPr id="7" name="Imagen 6">
            <a:extLst>
              <a:ext uri="{FF2B5EF4-FFF2-40B4-BE49-F238E27FC236}">
                <a16:creationId xmlns:a16="http://schemas.microsoft.com/office/drawing/2014/main" id="{4491E7AA-869C-459D-FBE2-0F0F28A28DB4}"/>
              </a:ext>
            </a:extLst>
          </p:cNvPr>
          <p:cNvPicPr>
            <a:picLocks noChangeAspect="1"/>
          </p:cNvPicPr>
          <p:nvPr/>
        </p:nvPicPr>
        <p:blipFill>
          <a:blip r:embed="rId3"/>
          <a:srcRect l="20625" t="12218" r="26015" b="7519"/>
          <a:stretch/>
        </p:blipFill>
        <p:spPr>
          <a:xfrm>
            <a:off x="2514600" y="1010652"/>
            <a:ext cx="6505662" cy="5137485"/>
          </a:xfrm>
          <a:prstGeom prst="rect">
            <a:avLst/>
          </a:prstGeom>
        </p:spPr>
      </p:pic>
    </p:spTree>
    <p:extLst>
      <p:ext uri="{BB962C8B-B14F-4D97-AF65-F5344CB8AC3E}">
        <p14:creationId xmlns:p14="http://schemas.microsoft.com/office/powerpoint/2010/main" val="2296018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33337" y="146422"/>
            <a:ext cx="9140354" cy="467190"/>
          </a:xfrm>
        </p:spPr>
        <p:txBody>
          <a:bodyPr>
            <a:normAutofit fontScale="90000"/>
          </a:bodyPr>
          <a:lstStyle/>
          <a:p>
            <a:r>
              <a:rPr lang="es-ES" dirty="0"/>
              <a:t> </a:t>
            </a:r>
            <a:r>
              <a:rPr lang="es-ES" b="1" dirty="0"/>
              <a:t>No a </a:t>
            </a:r>
            <a:r>
              <a:rPr lang="es-ES" b="1" dirty="0" err="1"/>
              <a:t>tod@s</a:t>
            </a:r>
            <a:r>
              <a:rPr lang="es-ES" b="1" dirty="0"/>
              <a:t> nos cuesta lo mismo internet</a:t>
            </a:r>
          </a:p>
        </p:txBody>
      </p:sp>
      <p:sp>
        <p:nvSpPr>
          <p:cNvPr id="4" name="Marcador de pie de página 3"/>
          <p:cNvSpPr>
            <a:spLocks noGrp="1"/>
          </p:cNvSpPr>
          <p:nvPr>
            <p:ph type="ftr" sz="quarter" idx="10"/>
          </p:nvPr>
        </p:nvSpPr>
        <p:spPr/>
        <p:txBody>
          <a:bodyPr/>
          <a:lstStyle/>
          <a:p>
            <a:pPr>
              <a:defRPr/>
            </a:pPr>
            <a:endParaRPr lang="es-ES" altLang="es-ES" dirty="0"/>
          </a:p>
        </p:txBody>
      </p:sp>
      <p:sp>
        <p:nvSpPr>
          <p:cNvPr id="5" name="Marcador de número de diapositiva 4"/>
          <p:cNvSpPr>
            <a:spLocks noGrp="1"/>
          </p:cNvSpPr>
          <p:nvPr>
            <p:ph type="sldNum" sz="quarter" idx="11"/>
          </p:nvPr>
        </p:nvSpPr>
        <p:spPr/>
        <p:txBody>
          <a:bodyPr/>
          <a:lstStyle/>
          <a:p>
            <a:fld id="{205C63E8-2913-4839-A857-6850C0149582}" type="slidenum">
              <a:rPr lang="es-ES" altLang="es-ES" smtClean="0"/>
              <a:pPr/>
              <a:t>20</a:t>
            </a:fld>
            <a:endParaRPr lang="es-ES" altLang="es-ES"/>
          </a:p>
        </p:txBody>
      </p:sp>
      <p:pic>
        <p:nvPicPr>
          <p:cNvPr id="8" name="Imagen 7"/>
          <p:cNvPicPr>
            <a:picLocks noChangeAspect="1"/>
          </p:cNvPicPr>
          <p:nvPr/>
        </p:nvPicPr>
        <p:blipFill>
          <a:blip r:embed="rId3"/>
          <a:stretch>
            <a:fillRect/>
          </a:stretch>
        </p:blipFill>
        <p:spPr>
          <a:xfrm>
            <a:off x="2727654" y="858982"/>
            <a:ext cx="6206281" cy="5769494"/>
          </a:xfrm>
          <a:prstGeom prst="rect">
            <a:avLst/>
          </a:prstGeom>
        </p:spPr>
      </p:pic>
      <p:pic>
        <p:nvPicPr>
          <p:cNvPr id="7" name="Imagen 6">
            <a:extLst>
              <a:ext uri="{FF2B5EF4-FFF2-40B4-BE49-F238E27FC236}">
                <a16:creationId xmlns:a16="http://schemas.microsoft.com/office/drawing/2014/main" id="{694CDF98-B6E7-4696-0442-874E6DC42D02}"/>
              </a:ext>
            </a:extLst>
          </p:cNvPr>
          <p:cNvPicPr>
            <a:picLocks noChangeAspect="1"/>
          </p:cNvPicPr>
          <p:nvPr/>
        </p:nvPicPr>
        <p:blipFill>
          <a:blip r:embed="rId4"/>
          <a:srcRect l="28333" t="14182" r="30278"/>
          <a:stretch/>
        </p:blipFill>
        <p:spPr>
          <a:xfrm>
            <a:off x="3454400" y="1136350"/>
            <a:ext cx="5046133" cy="5493049"/>
          </a:xfrm>
          <a:prstGeom prst="rect">
            <a:avLst/>
          </a:prstGeom>
        </p:spPr>
      </p:pic>
    </p:spTree>
    <p:extLst>
      <p:ext uri="{BB962C8B-B14F-4D97-AF65-F5344CB8AC3E}">
        <p14:creationId xmlns:p14="http://schemas.microsoft.com/office/powerpoint/2010/main" val="22397713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83EE73-910B-BAAA-ED79-7A2B0F4C8619}"/>
              </a:ext>
            </a:extLst>
          </p:cNvPr>
          <p:cNvSpPr>
            <a:spLocks noGrp="1"/>
          </p:cNvSpPr>
          <p:nvPr>
            <p:ph type="title"/>
          </p:nvPr>
        </p:nvSpPr>
        <p:spPr>
          <a:xfrm>
            <a:off x="1082842" y="-1"/>
            <a:ext cx="10257103" cy="573579"/>
          </a:xfrm>
        </p:spPr>
        <p:txBody>
          <a:bodyPr/>
          <a:lstStyle/>
          <a:p>
            <a:r>
              <a:rPr lang="es-ES" b="1" dirty="0"/>
              <a:t>Brecha digital en España</a:t>
            </a:r>
          </a:p>
        </p:txBody>
      </p:sp>
      <p:sp>
        <p:nvSpPr>
          <p:cNvPr id="4" name="Marcador de pie de página 3">
            <a:extLst>
              <a:ext uri="{FF2B5EF4-FFF2-40B4-BE49-F238E27FC236}">
                <a16:creationId xmlns:a16="http://schemas.microsoft.com/office/drawing/2014/main" id="{825502A7-32B9-261D-7716-FCB33FB679A3}"/>
              </a:ext>
            </a:extLst>
          </p:cNvPr>
          <p:cNvSpPr>
            <a:spLocks noGrp="1"/>
          </p:cNvSpPr>
          <p:nvPr>
            <p:ph type="ftr" sz="quarter" idx="10"/>
          </p:nvPr>
        </p:nvSpPr>
        <p:spPr/>
        <p:txBody>
          <a:bodyPr/>
          <a:lstStyle/>
          <a:p>
            <a:pPr>
              <a:defRPr/>
            </a:pPr>
            <a:r>
              <a:rPr lang="es-ES" altLang="es-ES" dirty="0"/>
              <a:t>  </a:t>
            </a:r>
          </a:p>
        </p:txBody>
      </p:sp>
      <p:sp>
        <p:nvSpPr>
          <p:cNvPr id="5" name="Marcador de número de diapositiva 4">
            <a:extLst>
              <a:ext uri="{FF2B5EF4-FFF2-40B4-BE49-F238E27FC236}">
                <a16:creationId xmlns:a16="http://schemas.microsoft.com/office/drawing/2014/main" id="{C8A70C65-7014-3DB6-A240-E0F131906237}"/>
              </a:ext>
            </a:extLst>
          </p:cNvPr>
          <p:cNvSpPr>
            <a:spLocks noGrp="1"/>
          </p:cNvSpPr>
          <p:nvPr>
            <p:ph type="sldNum" sz="quarter" idx="11"/>
          </p:nvPr>
        </p:nvSpPr>
        <p:spPr/>
        <p:txBody>
          <a:bodyPr/>
          <a:lstStyle/>
          <a:p>
            <a:fld id="{205C63E8-2913-4839-A857-6850C0149582}" type="slidenum">
              <a:rPr lang="es-ES" altLang="es-ES" smtClean="0"/>
              <a:pPr/>
              <a:t>21</a:t>
            </a:fld>
            <a:endParaRPr lang="es-ES" altLang="es-ES"/>
          </a:p>
        </p:txBody>
      </p:sp>
      <p:pic>
        <p:nvPicPr>
          <p:cNvPr id="7" name="Imagen 6">
            <a:extLst>
              <a:ext uri="{FF2B5EF4-FFF2-40B4-BE49-F238E27FC236}">
                <a16:creationId xmlns:a16="http://schemas.microsoft.com/office/drawing/2014/main" id="{80554FCA-28F1-A819-81D0-540FD3952DEF}"/>
              </a:ext>
            </a:extLst>
          </p:cNvPr>
          <p:cNvPicPr>
            <a:picLocks noChangeAspect="1"/>
          </p:cNvPicPr>
          <p:nvPr/>
        </p:nvPicPr>
        <p:blipFill>
          <a:blip r:embed="rId3"/>
          <a:srcRect l="23056" t="13889" r="28611"/>
          <a:stretch/>
        </p:blipFill>
        <p:spPr>
          <a:xfrm>
            <a:off x="2810932" y="782053"/>
            <a:ext cx="6251541" cy="5847347"/>
          </a:xfrm>
          <a:prstGeom prst="rect">
            <a:avLst/>
          </a:prstGeom>
        </p:spPr>
      </p:pic>
    </p:spTree>
    <p:extLst>
      <p:ext uri="{BB962C8B-B14F-4D97-AF65-F5344CB8AC3E}">
        <p14:creationId xmlns:p14="http://schemas.microsoft.com/office/powerpoint/2010/main" val="2565200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89A222-B939-90C8-A88F-144C7A04B343}"/>
              </a:ext>
            </a:extLst>
          </p:cNvPr>
          <p:cNvSpPr>
            <a:spLocks noGrp="1"/>
          </p:cNvSpPr>
          <p:nvPr>
            <p:ph type="title"/>
          </p:nvPr>
        </p:nvSpPr>
        <p:spPr/>
        <p:txBody>
          <a:bodyPr/>
          <a:lstStyle/>
          <a:p>
            <a:r>
              <a:rPr lang="es-ES" dirty="0"/>
              <a:t> Brecha digital en España</a:t>
            </a:r>
          </a:p>
        </p:txBody>
      </p:sp>
      <p:sp>
        <p:nvSpPr>
          <p:cNvPr id="4" name="Marcador de pie de página 3">
            <a:extLst>
              <a:ext uri="{FF2B5EF4-FFF2-40B4-BE49-F238E27FC236}">
                <a16:creationId xmlns:a16="http://schemas.microsoft.com/office/drawing/2014/main" id="{07D6148C-0999-F462-1499-60115C5953E7}"/>
              </a:ext>
            </a:extLst>
          </p:cNvPr>
          <p:cNvSpPr>
            <a:spLocks noGrp="1"/>
          </p:cNvSpPr>
          <p:nvPr>
            <p:ph type="ftr" sz="quarter" idx="10"/>
          </p:nvPr>
        </p:nvSpPr>
        <p:spPr/>
        <p:txBody>
          <a:bodyPr/>
          <a:lstStyle/>
          <a:p>
            <a:pPr>
              <a:defRPr/>
            </a:pPr>
            <a:r>
              <a:rPr lang="es-ES" altLang="es-ES" dirty="0"/>
              <a:t>  </a:t>
            </a:r>
          </a:p>
        </p:txBody>
      </p:sp>
      <p:sp>
        <p:nvSpPr>
          <p:cNvPr id="5" name="Marcador de número de diapositiva 4">
            <a:extLst>
              <a:ext uri="{FF2B5EF4-FFF2-40B4-BE49-F238E27FC236}">
                <a16:creationId xmlns:a16="http://schemas.microsoft.com/office/drawing/2014/main" id="{4748AB22-8CAF-14B5-AA9F-18BE944AB6E9}"/>
              </a:ext>
            </a:extLst>
          </p:cNvPr>
          <p:cNvSpPr>
            <a:spLocks noGrp="1"/>
          </p:cNvSpPr>
          <p:nvPr>
            <p:ph type="sldNum" sz="quarter" idx="11"/>
          </p:nvPr>
        </p:nvSpPr>
        <p:spPr/>
        <p:txBody>
          <a:bodyPr/>
          <a:lstStyle/>
          <a:p>
            <a:fld id="{205C63E8-2913-4839-A857-6850C0149582}" type="slidenum">
              <a:rPr lang="es-ES" altLang="es-ES" smtClean="0"/>
              <a:pPr/>
              <a:t>22</a:t>
            </a:fld>
            <a:endParaRPr lang="es-ES" altLang="es-ES"/>
          </a:p>
        </p:txBody>
      </p:sp>
      <p:pic>
        <p:nvPicPr>
          <p:cNvPr id="7" name="Imagen 6">
            <a:extLst>
              <a:ext uri="{FF2B5EF4-FFF2-40B4-BE49-F238E27FC236}">
                <a16:creationId xmlns:a16="http://schemas.microsoft.com/office/drawing/2014/main" id="{3420404C-0D8A-4503-1807-878DD03EBC5C}"/>
              </a:ext>
            </a:extLst>
          </p:cNvPr>
          <p:cNvPicPr>
            <a:picLocks noChangeAspect="1"/>
          </p:cNvPicPr>
          <p:nvPr/>
        </p:nvPicPr>
        <p:blipFill>
          <a:blip r:embed="rId3"/>
          <a:srcRect l="23332" t="11894" r="28890"/>
          <a:stretch/>
        </p:blipFill>
        <p:spPr>
          <a:xfrm>
            <a:off x="2941053" y="818559"/>
            <a:ext cx="5825067" cy="5639471"/>
          </a:xfrm>
          <a:prstGeom prst="rect">
            <a:avLst/>
          </a:prstGeom>
        </p:spPr>
      </p:pic>
    </p:spTree>
    <p:extLst>
      <p:ext uri="{BB962C8B-B14F-4D97-AF65-F5344CB8AC3E}">
        <p14:creationId xmlns:p14="http://schemas.microsoft.com/office/powerpoint/2010/main" val="14148946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6 Título"/>
          <p:cNvSpPr>
            <a:spLocks noGrp="1" noChangeArrowheads="1"/>
          </p:cNvSpPr>
          <p:nvPr>
            <p:ph type="title"/>
          </p:nvPr>
        </p:nvSpPr>
        <p:spPr>
          <a:xfrm>
            <a:off x="1803400" y="-26988"/>
            <a:ext cx="9677400" cy="687388"/>
          </a:xfrm>
        </p:spPr>
        <p:txBody>
          <a:bodyPr>
            <a:normAutofit/>
          </a:bodyPr>
          <a:lstStyle/>
          <a:p>
            <a:pPr algn="l"/>
            <a:r>
              <a:rPr lang="es-ES" altLang="es-ES" sz="2400" b="1" dirty="0">
                <a:solidFill>
                  <a:schemeClr val="tx1">
                    <a:lumMod val="95000"/>
                    <a:lumOff val="5000"/>
                  </a:schemeClr>
                </a:solidFill>
              </a:rPr>
              <a:t>3. Brecha Digital: ¿Cómo se mide? IDT (Índice de Desarrollo de las TIC)</a:t>
            </a:r>
          </a:p>
        </p:txBody>
      </p:sp>
      <p:pic>
        <p:nvPicPr>
          <p:cNvPr id="5120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2888" y="1590675"/>
            <a:ext cx="6356350" cy="402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4" name="Rectangle 5"/>
          <p:cNvSpPr>
            <a:spLocks noGrp="1" noChangeArrowheads="1"/>
          </p:cNvSpPr>
          <p:nvPr>
            <p:ph type="ftr" sz="quarter" idx="10"/>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a:spcBef>
                <a:spcPct val="0"/>
              </a:spcBef>
              <a:buClrTx/>
              <a:buFont typeface="Wingdings" panose="05000000000000000000" pitchFamily="2" charset="2"/>
              <a:buNone/>
            </a:pPr>
            <a:r>
              <a:rPr lang="es-ES" altLang="es-ES" sz="1600" dirty="0">
                <a:solidFill>
                  <a:schemeClr val="bg1"/>
                </a:solidFill>
              </a:rPr>
              <a:t> </a:t>
            </a:r>
            <a:endParaRPr lang="es-ES" altLang="es-ES" sz="1000" dirty="0">
              <a:solidFill>
                <a:schemeClr val="bg1"/>
              </a:solidFill>
            </a:endParaRPr>
          </a:p>
        </p:txBody>
      </p:sp>
      <p:sp>
        <p:nvSpPr>
          <p:cNvPr id="2" name="1 Rectángulo redondeado"/>
          <p:cNvSpPr/>
          <p:nvPr/>
        </p:nvSpPr>
        <p:spPr>
          <a:xfrm>
            <a:off x="3287714" y="2163763"/>
            <a:ext cx="1296987" cy="431800"/>
          </a:xfrm>
          <a:prstGeom prst="roundRect">
            <a:avLst/>
          </a:prstGeom>
          <a:solidFill>
            <a:srgbClr val="CC0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b="1" dirty="0"/>
              <a:t>ACCESO</a:t>
            </a:r>
          </a:p>
        </p:txBody>
      </p:sp>
      <p:sp>
        <p:nvSpPr>
          <p:cNvPr id="7" name="6 Rectángulo redondeado"/>
          <p:cNvSpPr/>
          <p:nvPr/>
        </p:nvSpPr>
        <p:spPr>
          <a:xfrm>
            <a:off x="5313363" y="2163763"/>
            <a:ext cx="1295400" cy="431800"/>
          </a:xfrm>
          <a:prstGeom prst="roundRect">
            <a:avLst/>
          </a:prstGeom>
          <a:solidFill>
            <a:srgbClr val="CC0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b="1" dirty="0"/>
              <a:t>USO</a:t>
            </a:r>
          </a:p>
        </p:txBody>
      </p:sp>
      <p:sp>
        <p:nvSpPr>
          <p:cNvPr id="8" name="7 Rectángulo redondeado"/>
          <p:cNvSpPr/>
          <p:nvPr/>
        </p:nvSpPr>
        <p:spPr>
          <a:xfrm>
            <a:off x="4918075" y="4581525"/>
            <a:ext cx="2084388" cy="431800"/>
          </a:xfrm>
          <a:prstGeom prst="roundRect">
            <a:avLst/>
          </a:prstGeom>
          <a:solidFill>
            <a:srgbClr val="CC0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b="1" dirty="0"/>
              <a:t>HABILIDAD</a:t>
            </a:r>
          </a:p>
        </p:txBody>
      </p:sp>
    </p:spTree>
    <p:extLst>
      <p:ext uri="{BB962C8B-B14F-4D97-AF65-F5344CB8AC3E}">
        <p14:creationId xmlns:p14="http://schemas.microsoft.com/office/powerpoint/2010/main" val="8332845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6 Título"/>
          <p:cNvSpPr>
            <a:spLocks noGrp="1" noChangeArrowheads="1"/>
          </p:cNvSpPr>
          <p:nvPr>
            <p:ph type="title"/>
          </p:nvPr>
        </p:nvSpPr>
        <p:spPr>
          <a:xfrm>
            <a:off x="1744580" y="-28575"/>
            <a:ext cx="8923420" cy="522288"/>
          </a:xfrm>
        </p:spPr>
        <p:txBody>
          <a:bodyPr>
            <a:normAutofit fontScale="90000"/>
          </a:bodyPr>
          <a:lstStyle/>
          <a:p>
            <a:r>
              <a:rPr lang="es-ES" altLang="es-ES" dirty="0"/>
              <a:t>Brecha Digital: IDT</a:t>
            </a:r>
          </a:p>
        </p:txBody>
      </p:sp>
      <p:sp>
        <p:nvSpPr>
          <p:cNvPr id="53251" name="Rectangle 5"/>
          <p:cNvSpPr>
            <a:spLocks noGrp="1" noChangeArrowheads="1"/>
          </p:cNvSpPr>
          <p:nvPr>
            <p:ph type="ftr" sz="quarter" idx="10"/>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a:spcBef>
                <a:spcPct val="0"/>
              </a:spcBef>
              <a:buClrTx/>
              <a:buFont typeface="Wingdings" panose="05000000000000000000" pitchFamily="2" charset="2"/>
              <a:buNone/>
            </a:pPr>
            <a:r>
              <a:rPr lang="es-ES" altLang="es-ES" sz="1600" dirty="0">
                <a:solidFill>
                  <a:schemeClr val="bg1"/>
                </a:solidFill>
              </a:rPr>
              <a:t> </a:t>
            </a:r>
            <a:endParaRPr lang="es-ES" altLang="es-ES" sz="1000" dirty="0">
              <a:solidFill>
                <a:schemeClr val="bg1"/>
              </a:solidFill>
            </a:endParaRPr>
          </a:p>
        </p:txBody>
      </p:sp>
      <p:pic>
        <p:nvPicPr>
          <p:cNvPr id="53252" name="Imagen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47826" y="531814"/>
            <a:ext cx="9020175" cy="574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90660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349384-4D38-2B77-01A2-91491BDF231A}"/>
              </a:ext>
            </a:extLst>
          </p:cNvPr>
          <p:cNvSpPr>
            <a:spLocks noGrp="1"/>
          </p:cNvSpPr>
          <p:nvPr>
            <p:ph type="title"/>
          </p:nvPr>
        </p:nvSpPr>
        <p:spPr>
          <a:xfrm>
            <a:off x="1951528" y="-1"/>
            <a:ext cx="9388418" cy="573579"/>
          </a:xfrm>
        </p:spPr>
        <p:txBody>
          <a:bodyPr/>
          <a:lstStyle/>
          <a:p>
            <a:r>
              <a:rPr lang="es-ES" dirty="0"/>
              <a:t>Conectividad universal y significativa</a:t>
            </a:r>
          </a:p>
        </p:txBody>
      </p:sp>
      <p:sp>
        <p:nvSpPr>
          <p:cNvPr id="4" name="Marcador de pie de página 3">
            <a:extLst>
              <a:ext uri="{FF2B5EF4-FFF2-40B4-BE49-F238E27FC236}">
                <a16:creationId xmlns:a16="http://schemas.microsoft.com/office/drawing/2014/main" id="{C9B78A8E-6D55-1AB9-AB59-254D312C1A50}"/>
              </a:ext>
            </a:extLst>
          </p:cNvPr>
          <p:cNvSpPr>
            <a:spLocks noGrp="1"/>
          </p:cNvSpPr>
          <p:nvPr>
            <p:ph type="ftr" sz="quarter" idx="10"/>
          </p:nvPr>
        </p:nvSpPr>
        <p:spPr/>
        <p:txBody>
          <a:bodyPr/>
          <a:lstStyle/>
          <a:p>
            <a:pPr>
              <a:defRPr/>
            </a:pPr>
            <a:r>
              <a:rPr lang="es-ES" altLang="es-ES" dirty="0"/>
              <a:t> </a:t>
            </a:r>
          </a:p>
        </p:txBody>
      </p:sp>
      <p:sp>
        <p:nvSpPr>
          <p:cNvPr id="5" name="Marcador de número de diapositiva 4">
            <a:extLst>
              <a:ext uri="{FF2B5EF4-FFF2-40B4-BE49-F238E27FC236}">
                <a16:creationId xmlns:a16="http://schemas.microsoft.com/office/drawing/2014/main" id="{AD946E1C-80B2-694C-AEB2-896FF35134F5}"/>
              </a:ext>
            </a:extLst>
          </p:cNvPr>
          <p:cNvSpPr>
            <a:spLocks noGrp="1"/>
          </p:cNvSpPr>
          <p:nvPr>
            <p:ph type="sldNum" sz="quarter" idx="11"/>
          </p:nvPr>
        </p:nvSpPr>
        <p:spPr/>
        <p:txBody>
          <a:bodyPr/>
          <a:lstStyle/>
          <a:p>
            <a:fld id="{205C63E8-2913-4839-A857-6850C0149582}" type="slidenum">
              <a:rPr lang="es-ES" altLang="es-ES" smtClean="0"/>
              <a:pPr/>
              <a:t>25</a:t>
            </a:fld>
            <a:endParaRPr lang="es-ES" altLang="es-ES"/>
          </a:p>
        </p:txBody>
      </p:sp>
      <p:pic>
        <p:nvPicPr>
          <p:cNvPr id="10" name="Imagen 9">
            <a:extLst>
              <a:ext uri="{FF2B5EF4-FFF2-40B4-BE49-F238E27FC236}">
                <a16:creationId xmlns:a16="http://schemas.microsoft.com/office/drawing/2014/main" id="{7ACC48A9-8577-C9B8-F6B1-80EB124D71C9}"/>
              </a:ext>
            </a:extLst>
          </p:cNvPr>
          <p:cNvPicPr>
            <a:picLocks noChangeAspect="1"/>
          </p:cNvPicPr>
          <p:nvPr/>
        </p:nvPicPr>
        <p:blipFill>
          <a:blip r:embed="rId3"/>
          <a:srcRect l="15888" t="22369" r="17993"/>
          <a:stretch/>
        </p:blipFill>
        <p:spPr>
          <a:xfrm>
            <a:off x="609824" y="842211"/>
            <a:ext cx="9388418" cy="5787189"/>
          </a:xfrm>
          <a:prstGeom prst="rect">
            <a:avLst/>
          </a:prstGeom>
        </p:spPr>
      </p:pic>
    </p:spTree>
    <p:extLst>
      <p:ext uri="{BB962C8B-B14F-4D97-AF65-F5344CB8AC3E}">
        <p14:creationId xmlns:p14="http://schemas.microsoft.com/office/powerpoint/2010/main" val="32229160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8FC690-0763-3DC6-4DED-9238F0BBB59B}"/>
              </a:ext>
            </a:extLst>
          </p:cNvPr>
          <p:cNvSpPr>
            <a:spLocks noGrp="1"/>
          </p:cNvSpPr>
          <p:nvPr>
            <p:ph type="title"/>
          </p:nvPr>
        </p:nvSpPr>
        <p:spPr>
          <a:xfrm>
            <a:off x="1491916" y="-1"/>
            <a:ext cx="9848029" cy="573579"/>
          </a:xfrm>
        </p:spPr>
        <p:txBody>
          <a:bodyPr/>
          <a:lstStyle/>
          <a:p>
            <a:r>
              <a:rPr lang="es-ES" b="1" dirty="0"/>
              <a:t>ICT Development </a:t>
            </a:r>
            <a:r>
              <a:rPr lang="es-ES" b="1" dirty="0" err="1"/>
              <a:t>Index</a:t>
            </a:r>
            <a:r>
              <a:rPr lang="es-ES" b="1" dirty="0"/>
              <a:t> (puntuaciones)</a:t>
            </a:r>
          </a:p>
        </p:txBody>
      </p:sp>
      <p:sp>
        <p:nvSpPr>
          <p:cNvPr id="4" name="Marcador de pie de página 3">
            <a:extLst>
              <a:ext uri="{FF2B5EF4-FFF2-40B4-BE49-F238E27FC236}">
                <a16:creationId xmlns:a16="http://schemas.microsoft.com/office/drawing/2014/main" id="{AA71D975-3E3A-DE57-912A-1B0385E9DF30}"/>
              </a:ext>
            </a:extLst>
          </p:cNvPr>
          <p:cNvSpPr>
            <a:spLocks noGrp="1"/>
          </p:cNvSpPr>
          <p:nvPr>
            <p:ph type="ftr" sz="quarter" idx="10"/>
          </p:nvPr>
        </p:nvSpPr>
        <p:spPr/>
        <p:txBody>
          <a:bodyPr/>
          <a:lstStyle/>
          <a:p>
            <a:pPr>
              <a:defRPr/>
            </a:pPr>
            <a:r>
              <a:rPr lang="es-ES" altLang="es-ES" dirty="0"/>
              <a:t>  </a:t>
            </a:r>
          </a:p>
        </p:txBody>
      </p:sp>
      <p:sp>
        <p:nvSpPr>
          <p:cNvPr id="5" name="Marcador de número de diapositiva 4">
            <a:extLst>
              <a:ext uri="{FF2B5EF4-FFF2-40B4-BE49-F238E27FC236}">
                <a16:creationId xmlns:a16="http://schemas.microsoft.com/office/drawing/2014/main" id="{6CB9E6B6-C1D8-D829-1837-2124BDFD6999}"/>
              </a:ext>
            </a:extLst>
          </p:cNvPr>
          <p:cNvSpPr>
            <a:spLocks noGrp="1"/>
          </p:cNvSpPr>
          <p:nvPr>
            <p:ph type="sldNum" sz="quarter" idx="11"/>
          </p:nvPr>
        </p:nvSpPr>
        <p:spPr/>
        <p:txBody>
          <a:bodyPr/>
          <a:lstStyle/>
          <a:p>
            <a:fld id="{205C63E8-2913-4839-A857-6850C0149582}" type="slidenum">
              <a:rPr lang="es-ES" altLang="es-ES" smtClean="0"/>
              <a:pPr/>
              <a:t>26</a:t>
            </a:fld>
            <a:endParaRPr lang="es-ES" altLang="es-ES"/>
          </a:p>
        </p:txBody>
      </p:sp>
      <p:pic>
        <p:nvPicPr>
          <p:cNvPr id="9" name="Imagen 8">
            <a:extLst>
              <a:ext uri="{FF2B5EF4-FFF2-40B4-BE49-F238E27FC236}">
                <a16:creationId xmlns:a16="http://schemas.microsoft.com/office/drawing/2014/main" id="{BE33EE68-FD57-D1A3-D633-266424504BBF}"/>
              </a:ext>
            </a:extLst>
          </p:cNvPr>
          <p:cNvPicPr>
            <a:picLocks noChangeAspect="1"/>
          </p:cNvPicPr>
          <p:nvPr/>
        </p:nvPicPr>
        <p:blipFill>
          <a:blip r:embed="rId3"/>
          <a:srcRect l="8882" t="23120" r="18980"/>
          <a:stretch/>
        </p:blipFill>
        <p:spPr>
          <a:xfrm>
            <a:off x="1395664" y="842211"/>
            <a:ext cx="8795084" cy="4920916"/>
          </a:xfrm>
          <a:prstGeom prst="rect">
            <a:avLst/>
          </a:prstGeom>
        </p:spPr>
      </p:pic>
    </p:spTree>
    <p:extLst>
      <p:ext uri="{BB962C8B-B14F-4D97-AF65-F5344CB8AC3E}">
        <p14:creationId xmlns:p14="http://schemas.microsoft.com/office/powerpoint/2010/main" val="24164551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AFD744-E0DC-A27B-AEF4-71C507F64D60}"/>
              </a:ext>
            </a:extLst>
          </p:cNvPr>
          <p:cNvSpPr>
            <a:spLocks noGrp="1"/>
          </p:cNvSpPr>
          <p:nvPr>
            <p:ph type="title"/>
          </p:nvPr>
        </p:nvSpPr>
        <p:spPr/>
        <p:txBody>
          <a:bodyPr/>
          <a:lstStyle/>
          <a:p>
            <a:r>
              <a:rPr lang="es-ES" b="1" dirty="0"/>
              <a:t>Diferencias entre países</a:t>
            </a:r>
          </a:p>
        </p:txBody>
      </p:sp>
      <p:sp>
        <p:nvSpPr>
          <p:cNvPr id="4" name="Marcador de pie de página 3">
            <a:extLst>
              <a:ext uri="{FF2B5EF4-FFF2-40B4-BE49-F238E27FC236}">
                <a16:creationId xmlns:a16="http://schemas.microsoft.com/office/drawing/2014/main" id="{6A77F8BC-96B3-24CC-CD83-55BB3D362390}"/>
              </a:ext>
            </a:extLst>
          </p:cNvPr>
          <p:cNvSpPr>
            <a:spLocks noGrp="1"/>
          </p:cNvSpPr>
          <p:nvPr>
            <p:ph type="ftr" sz="quarter" idx="10"/>
          </p:nvPr>
        </p:nvSpPr>
        <p:spPr/>
        <p:txBody>
          <a:bodyPr/>
          <a:lstStyle/>
          <a:p>
            <a:pPr>
              <a:defRPr/>
            </a:pPr>
            <a:r>
              <a:rPr lang="es-ES" altLang="es-ES" dirty="0"/>
              <a:t>  </a:t>
            </a:r>
          </a:p>
        </p:txBody>
      </p:sp>
      <p:sp>
        <p:nvSpPr>
          <p:cNvPr id="5" name="Marcador de número de diapositiva 4">
            <a:extLst>
              <a:ext uri="{FF2B5EF4-FFF2-40B4-BE49-F238E27FC236}">
                <a16:creationId xmlns:a16="http://schemas.microsoft.com/office/drawing/2014/main" id="{DD7A4868-6828-DACE-AD2B-ABDA6035AF7B}"/>
              </a:ext>
            </a:extLst>
          </p:cNvPr>
          <p:cNvSpPr>
            <a:spLocks noGrp="1"/>
          </p:cNvSpPr>
          <p:nvPr>
            <p:ph type="sldNum" sz="quarter" idx="11"/>
          </p:nvPr>
        </p:nvSpPr>
        <p:spPr/>
        <p:txBody>
          <a:bodyPr/>
          <a:lstStyle/>
          <a:p>
            <a:fld id="{205C63E8-2913-4839-A857-6850C0149582}" type="slidenum">
              <a:rPr lang="es-ES" altLang="es-ES" smtClean="0"/>
              <a:pPr/>
              <a:t>27</a:t>
            </a:fld>
            <a:endParaRPr lang="es-ES" altLang="es-ES"/>
          </a:p>
        </p:txBody>
      </p:sp>
      <p:pic>
        <p:nvPicPr>
          <p:cNvPr id="10" name="Imagen 9">
            <a:extLst>
              <a:ext uri="{FF2B5EF4-FFF2-40B4-BE49-F238E27FC236}">
                <a16:creationId xmlns:a16="http://schemas.microsoft.com/office/drawing/2014/main" id="{B41F28B5-CF86-9D0D-8392-6AF952152B30}"/>
              </a:ext>
            </a:extLst>
          </p:cNvPr>
          <p:cNvPicPr>
            <a:picLocks noChangeAspect="1"/>
          </p:cNvPicPr>
          <p:nvPr/>
        </p:nvPicPr>
        <p:blipFill>
          <a:blip r:embed="rId2"/>
          <a:stretch>
            <a:fillRect/>
          </a:stretch>
        </p:blipFill>
        <p:spPr>
          <a:xfrm>
            <a:off x="1227221" y="715513"/>
            <a:ext cx="9745579" cy="5640837"/>
          </a:xfrm>
          <a:prstGeom prst="rect">
            <a:avLst/>
          </a:prstGeom>
        </p:spPr>
      </p:pic>
    </p:spTree>
    <p:extLst>
      <p:ext uri="{BB962C8B-B14F-4D97-AF65-F5344CB8AC3E}">
        <p14:creationId xmlns:p14="http://schemas.microsoft.com/office/powerpoint/2010/main" val="3563731061"/>
      </p:ext>
    </p:extLst>
  </p:cSld>
  <p:clrMapOvr>
    <a:masterClrMapping/>
  </p:clrMapOvr>
</p:sld>
</file>

<file path=ppt/theme/theme1.xml><?xml version="1.0" encoding="utf-8"?>
<a:theme xmlns:a="http://schemas.openxmlformats.org/drawingml/2006/main" name="Tema de Office">
  <a:themeElements>
    <a:clrScheme name="Azul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69F542BAC80FA84FBF5A6B6B634ED86F" ma:contentTypeVersion="11" ma:contentTypeDescription="Crear nuevo documento." ma:contentTypeScope="" ma:versionID="86ecdba37980e0906141701093960c6e">
  <xsd:schema xmlns:xsd="http://www.w3.org/2001/XMLSchema" xmlns:xs="http://www.w3.org/2001/XMLSchema" xmlns:p="http://schemas.microsoft.com/office/2006/metadata/properties" xmlns:ns3="28af6109-1e16-47a3-9a05-e98a00a39cdc" xmlns:ns4="d5740eb8-95a7-477f-8a2b-0b5e189fc3b6" targetNamespace="http://schemas.microsoft.com/office/2006/metadata/properties" ma:root="true" ma:fieldsID="915e11a867605fa684c6a7bcd2baa802" ns3:_="" ns4:_="">
    <xsd:import namespace="28af6109-1e16-47a3-9a05-e98a00a39cdc"/>
    <xsd:import namespace="d5740eb8-95a7-477f-8a2b-0b5e189fc3b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af6109-1e16-47a3-9a05-e98a00a39cd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5740eb8-95a7-477f-8a2b-0b5e189fc3b6"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SharingHintHash" ma:index="12"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A8D65B2-7CA0-4032-A983-BE03F7DB43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af6109-1e16-47a3-9a05-e98a00a39cdc"/>
    <ds:schemaRef ds:uri="d5740eb8-95a7-477f-8a2b-0b5e189fc3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700F88F-4974-404D-9C20-C967F417DACF}">
  <ds:schemaRefs>
    <ds:schemaRef ds:uri="28af6109-1e16-47a3-9a05-e98a00a39cdc"/>
    <ds:schemaRef ds:uri="http://schemas.microsoft.com/office/2006/metadata/properties"/>
    <ds:schemaRef ds:uri="http://www.w3.org/XML/1998/namespace"/>
    <ds:schemaRef ds:uri="http://purl.org/dc/terms/"/>
    <ds:schemaRef ds:uri="http://schemas.microsoft.com/office/infopath/2007/PartnerControls"/>
    <ds:schemaRef ds:uri="http://purl.org/dc/elements/1.1/"/>
    <ds:schemaRef ds:uri="http://schemas.microsoft.com/office/2006/documentManagement/types"/>
    <ds:schemaRef ds:uri="http://schemas.openxmlformats.org/package/2006/metadata/core-properties"/>
    <ds:schemaRef ds:uri="d5740eb8-95a7-477f-8a2b-0b5e189fc3b6"/>
    <ds:schemaRef ds:uri="http://purl.org/dc/dcmitype/"/>
  </ds:schemaRefs>
</ds:datastoreItem>
</file>

<file path=customXml/itemProps3.xml><?xml version="1.0" encoding="utf-8"?>
<ds:datastoreItem xmlns:ds="http://schemas.openxmlformats.org/officeDocument/2006/customXml" ds:itemID="{74081592-A7F0-47B5-8156-4224D38D199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1509</TotalTime>
  <Words>2473</Words>
  <Application>Microsoft Office PowerPoint</Application>
  <PresentationFormat>Panorámica</PresentationFormat>
  <Paragraphs>226</Paragraphs>
  <Slides>27</Slides>
  <Notes>22</Notes>
  <HiddenSlides>1</HiddenSlides>
  <MMClips>0</MMClips>
  <ScaleCrop>false</ScaleCrop>
  <HeadingPairs>
    <vt:vector size="6" baseType="variant">
      <vt:variant>
        <vt:lpstr>Fuentes usadas</vt:lpstr>
      </vt:variant>
      <vt:variant>
        <vt:i4>12</vt:i4>
      </vt:variant>
      <vt:variant>
        <vt:lpstr>Tema</vt:lpstr>
      </vt:variant>
      <vt:variant>
        <vt:i4>1</vt:i4>
      </vt:variant>
      <vt:variant>
        <vt:lpstr>Títulos de diapositiva</vt:lpstr>
      </vt:variant>
      <vt:variant>
        <vt:i4>27</vt:i4>
      </vt:variant>
    </vt:vector>
  </HeadingPairs>
  <TitlesOfParts>
    <vt:vector size="40" baseType="lpstr">
      <vt:lpstr>ＭＳ Ｐゴシック</vt:lpstr>
      <vt:lpstr>Arial</vt:lpstr>
      <vt:lpstr>AvenirNext LT Pro Light</vt:lpstr>
      <vt:lpstr>AvenirNext LT Pro Medium</vt:lpstr>
      <vt:lpstr>AvenirNext LT Pro Regular</vt:lpstr>
      <vt:lpstr>Calibri</vt:lpstr>
      <vt:lpstr>OMGZO G+ Avenir Nxt 2 W 1 G</vt:lpstr>
      <vt:lpstr>Sora-ExtraLight</vt:lpstr>
      <vt:lpstr>Sora-Regular</vt:lpstr>
      <vt:lpstr>SSJXS Y+ Avenir Nxt 2 W 1 G</vt:lpstr>
      <vt:lpstr>Wingdings</vt:lpstr>
      <vt:lpstr>YJEHY M+ Avenir Nxt 2 W 1 G</vt:lpstr>
      <vt:lpstr>Tema de Office</vt:lpstr>
      <vt:lpstr>Aspectos Éticos y Sociales</vt:lpstr>
      <vt:lpstr>  Brecha digital </vt:lpstr>
      <vt:lpstr> 1. Brecha Digital : Situación actual</vt:lpstr>
      <vt:lpstr> Brecha Digital : Situación actual </vt:lpstr>
      <vt:lpstr>Contexto de desigualdad</vt:lpstr>
      <vt:lpstr> 2. Brecha Digital: ¿qué es?</vt:lpstr>
      <vt:lpstr> Brecha Digital: ¿qué es?</vt:lpstr>
      <vt:lpstr>Brecha Digital: ¿qué es?</vt:lpstr>
      <vt:lpstr> Brecha digital: ¿Por qué es importante?</vt:lpstr>
      <vt:lpstr> Brecha digital: Importancia de las capacidades</vt:lpstr>
      <vt:lpstr>Brecha Digital: Factores determinantes, ¿por qué aparece?</vt:lpstr>
      <vt:lpstr>  Evolución usuarios de internet</vt:lpstr>
      <vt:lpstr> Divergencias por género</vt:lpstr>
      <vt:lpstr> Divergencias por género</vt:lpstr>
      <vt:lpstr>Capacidades digitales: diferencias por edad</vt:lpstr>
      <vt:lpstr>Diferencias geográficas (rural/urbano) de acceso a Internet</vt:lpstr>
      <vt:lpstr>Cobertura de red móvil  </vt:lpstr>
      <vt:lpstr>Presentación de PowerPoint</vt:lpstr>
      <vt:lpstr> Usuarios de Internet por región</vt:lpstr>
      <vt:lpstr> No a tod@s nos cuesta lo mismo internet</vt:lpstr>
      <vt:lpstr>Brecha digital en España</vt:lpstr>
      <vt:lpstr> Brecha digital en España</vt:lpstr>
      <vt:lpstr>3. Brecha Digital: ¿Cómo se mide? IDT (Índice de Desarrollo de las TIC)</vt:lpstr>
      <vt:lpstr>Brecha Digital: IDT</vt:lpstr>
      <vt:lpstr>Conectividad universal y significativa</vt:lpstr>
      <vt:lpstr>ICT Development Index (puntuaciones)</vt:lpstr>
      <vt:lpstr>Diferencias entre países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SERGIO ALEJANDRO D ANTONIO MACEIRAS</dc:creator>
  <cp:lastModifiedBy>MARIA CELIA FERNANDEZ ALLER</cp:lastModifiedBy>
  <cp:revision>100</cp:revision>
  <dcterms:created xsi:type="dcterms:W3CDTF">2023-01-30T17:12:15Z</dcterms:created>
  <dcterms:modified xsi:type="dcterms:W3CDTF">2025-04-21T11:45:15Z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0x01010069F542BAC80FA84FBF5A6B6B634ED86F</vt:lpwstr>
  </property>
</Properties>
</file>